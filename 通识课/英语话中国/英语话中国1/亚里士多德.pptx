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3"/>
  </p:notesMasterIdLst>
  <p:handoutMasterIdLst>
    <p:handoutMasterId r:id="rId14"/>
  </p:handoutMasterIdLst>
  <p:sldIdLst>
    <p:sldId id="2368" r:id="rId3"/>
    <p:sldId id="2366" r:id="rId4"/>
    <p:sldId id="2372" r:id="rId5"/>
    <p:sldId id="2373" r:id="rId6"/>
    <p:sldId id="2374" r:id="rId7"/>
    <p:sldId id="2375" r:id="rId8"/>
    <p:sldId id="2377" r:id="rId9"/>
    <p:sldId id="2378" r:id="rId10"/>
    <p:sldId id="2376" r:id="rId11"/>
    <p:sldId id="2380" r:id="rId12"/>
  </p:sldIdLst>
  <p:sldSz cx="12961620" cy="7200900" type="screen4x3"/>
  <p:notesSz cx="6858000" cy="9144000"/>
  <p:defaultTextStyle>
    <a:defPPr>
      <a:defRPr lang="zh-CN"/>
    </a:defPPr>
    <a:lvl1pPr algn="l" rtl="0" eaLnBrk="0" fontAlgn="base" hangingPunct="0">
      <a:spcBef>
        <a:spcPct val="0"/>
      </a:spcBef>
      <a:spcAft>
        <a:spcPct val="0"/>
      </a:spcAft>
      <a:defRPr sz="2000" kern="1200">
        <a:solidFill>
          <a:schemeClr val="tx1"/>
        </a:solidFill>
        <a:latin typeface="Arial" charset="0"/>
        <a:ea typeface="宋体" charset="-122"/>
        <a:cs typeface="+mn-cs"/>
      </a:defRPr>
    </a:lvl1pPr>
    <a:lvl2pPr marL="457200" algn="l" rtl="0" eaLnBrk="0" fontAlgn="base" hangingPunct="0">
      <a:spcBef>
        <a:spcPct val="0"/>
      </a:spcBef>
      <a:spcAft>
        <a:spcPct val="0"/>
      </a:spcAft>
      <a:defRPr sz="2000" kern="1200">
        <a:solidFill>
          <a:schemeClr val="tx1"/>
        </a:solidFill>
        <a:latin typeface="Arial" charset="0"/>
        <a:ea typeface="宋体" charset="-122"/>
        <a:cs typeface="+mn-cs"/>
      </a:defRPr>
    </a:lvl2pPr>
    <a:lvl3pPr marL="914400" algn="l" rtl="0" eaLnBrk="0" fontAlgn="base" hangingPunct="0">
      <a:spcBef>
        <a:spcPct val="0"/>
      </a:spcBef>
      <a:spcAft>
        <a:spcPct val="0"/>
      </a:spcAft>
      <a:defRPr sz="2000" kern="1200">
        <a:solidFill>
          <a:schemeClr val="tx1"/>
        </a:solidFill>
        <a:latin typeface="Arial" charset="0"/>
        <a:ea typeface="宋体" charset="-122"/>
        <a:cs typeface="+mn-cs"/>
      </a:defRPr>
    </a:lvl3pPr>
    <a:lvl4pPr marL="1371600" algn="l" rtl="0" eaLnBrk="0" fontAlgn="base" hangingPunct="0">
      <a:spcBef>
        <a:spcPct val="0"/>
      </a:spcBef>
      <a:spcAft>
        <a:spcPct val="0"/>
      </a:spcAft>
      <a:defRPr sz="2000" kern="1200">
        <a:solidFill>
          <a:schemeClr val="tx1"/>
        </a:solidFill>
        <a:latin typeface="Arial" charset="0"/>
        <a:ea typeface="宋体" charset="-122"/>
        <a:cs typeface="+mn-cs"/>
      </a:defRPr>
    </a:lvl4pPr>
    <a:lvl5pPr marL="1828800" algn="l" rtl="0" eaLnBrk="0" fontAlgn="base" hangingPunct="0">
      <a:spcBef>
        <a:spcPct val="0"/>
      </a:spcBef>
      <a:spcAft>
        <a:spcPct val="0"/>
      </a:spcAft>
      <a:defRPr sz="2000" kern="1200">
        <a:solidFill>
          <a:schemeClr val="tx1"/>
        </a:solidFill>
        <a:latin typeface="Arial" charset="0"/>
        <a:ea typeface="宋体" charset="-122"/>
        <a:cs typeface="+mn-cs"/>
      </a:defRPr>
    </a:lvl5pPr>
    <a:lvl6pPr marL="2286000" algn="l" defTabSz="914400" rtl="0" eaLnBrk="1" latinLnBrk="0" hangingPunct="1">
      <a:defRPr sz="2000" kern="1200">
        <a:solidFill>
          <a:schemeClr val="tx1"/>
        </a:solidFill>
        <a:latin typeface="Arial" charset="0"/>
        <a:ea typeface="宋体" charset="-122"/>
        <a:cs typeface="+mn-cs"/>
      </a:defRPr>
    </a:lvl6pPr>
    <a:lvl7pPr marL="2743200" algn="l" defTabSz="914400" rtl="0" eaLnBrk="1" latinLnBrk="0" hangingPunct="1">
      <a:defRPr sz="2000" kern="1200">
        <a:solidFill>
          <a:schemeClr val="tx1"/>
        </a:solidFill>
        <a:latin typeface="Arial" charset="0"/>
        <a:ea typeface="宋体" charset="-122"/>
        <a:cs typeface="+mn-cs"/>
      </a:defRPr>
    </a:lvl7pPr>
    <a:lvl8pPr marL="3200400" algn="l" defTabSz="914400" rtl="0" eaLnBrk="1" latinLnBrk="0" hangingPunct="1">
      <a:defRPr sz="2000" kern="1200">
        <a:solidFill>
          <a:schemeClr val="tx1"/>
        </a:solidFill>
        <a:latin typeface="Arial" charset="0"/>
        <a:ea typeface="宋体" charset="-122"/>
        <a:cs typeface="+mn-cs"/>
      </a:defRPr>
    </a:lvl8pPr>
    <a:lvl9pPr marL="3657600" algn="l" defTabSz="914400" rtl="0" eaLnBrk="1" latinLnBrk="0" hangingPunct="1">
      <a:defRPr sz="2000" kern="1200">
        <a:solidFill>
          <a:schemeClr val="tx1"/>
        </a:solidFill>
        <a:latin typeface="Arial" charset="0"/>
        <a:ea typeface="宋体"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8211A"/>
    <a:srgbClr val="E3CBCB"/>
    <a:srgbClr val="F1E7E7"/>
    <a:srgbClr val="FFE5E5"/>
    <a:srgbClr val="C00000"/>
    <a:srgbClr val="99191E"/>
    <a:srgbClr val="D96C41"/>
    <a:srgbClr val="0000FF"/>
    <a:srgbClr val="DDDDDD"/>
    <a:srgbClr val="BE523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151" autoAdjust="0"/>
    <p:restoredTop sz="87646" autoAdjust="0"/>
  </p:normalViewPr>
  <p:slideViewPr>
    <p:cSldViewPr showGuides="1">
      <p:cViewPr varScale="1">
        <p:scale>
          <a:sx n="62" d="100"/>
          <a:sy n="62" d="100"/>
        </p:scale>
        <p:origin x="636" y="40"/>
      </p:cViewPr>
      <p:guideLst>
        <p:guide orient="horz" pos="1390"/>
        <p:guide orient="horz" pos="4354"/>
        <p:guide orient="horz" pos="454"/>
        <p:guide pos="4036"/>
        <p:guide pos="845"/>
        <p:guide pos="7422"/>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7" Type="http://schemas.openxmlformats.org/officeDocument/2006/relationships/tableStyles" Target="tableStyles.xml"/><Relationship Id="rId16" Type="http://schemas.openxmlformats.org/officeDocument/2006/relationships/viewProps" Target="viewProps.xml"/><Relationship Id="rId15" Type="http://schemas.openxmlformats.org/officeDocument/2006/relationships/presProps" Target="presProps.xml"/><Relationship Id="rId14" Type="http://schemas.openxmlformats.org/officeDocument/2006/relationships/handoutMaster" Target="handoutMasters/handoutMaster1.xml"/><Relationship Id="rId13" Type="http://schemas.openxmlformats.org/officeDocument/2006/relationships/notesMaster" Target="notesMasters/notesMaster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14:cpLocks xmlns:a14="http://schemas.microsoft.com/office/drawing/2010/main"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14:cpLocks xmlns:a14="http://schemas.microsoft.com/office/drawing/2010/main"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14:cpLocks xmlns:a14="http://schemas.microsoft.com/office/drawing/2010/main"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14:cpLocks xmlns:a14="http://schemas.microsoft.com/office/drawing/2010/main"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050" name="页眉占位符 2049"/>
          <p:cNvSpPr/>
          <p:nvPr>
            <p:ph type="hdr" sz="quarter"/>
          </p:nvPr>
        </p:nvSpPr>
        <p:spPr>
          <a:xfrm>
            <a:off x="0" y="0"/>
            <a:ext cx="2970213" cy="457200"/>
          </a:xfrm>
          <a:prstGeom prst="rect">
            <a:avLst/>
          </a:prstGeom>
          <a:noFill/>
          <a:ln w="9525">
            <a:noFill/>
            <a:miter/>
          </a:ln>
        </p:spPr>
        <p:txBody>
          <a:bodyPr/>
          <a:lstStyle>
            <a:lvl1pPr eaLnBrk="1" hangingPunct="1">
              <a:buFont typeface="Arial" charset="0"/>
              <a:buNone/>
              <a:defRPr sz="1200" noProof="1"/>
            </a:lvl1pPr>
          </a:lstStyle>
          <a:p>
            <a:pPr>
              <a:defRPr/>
            </a:pPr>
            <a:endParaRPr lang="zh-CN"/>
          </a:p>
        </p:txBody>
      </p:sp>
      <p:sp>
        <p:nvSpPr>
          <p:cNvPr id="2051" name="日期占位符 2050"/>
          <p:cNvSpPr/>
          <p:nvPr>
            <p:ph type="dt" idx="1"/>
          </p:nvPr>
        </p:nvSpPr>
        <p:spPr>
          <a:xfrm>
            <a:off x="3883025" y="0"/>
            <a:ext cx="2973388" cy="457200"/>
          </a:xfrm>
          <a:prstGeom prst="rect">
            <a:avLst/>
          </a:prstGeom>
          <a:noFill/>
          <a:ln w="9525">
            <a:noFill/>
            <a:miter/>
          </a:ln>
        </p:spPr>
        <p:txBody>
          <a:bodyPr/>
          <a:lstStyle>
            <a:lvl1pPr algn="r" eaLnBrk="1" hangingPunct="1">
              <a:buFont typeface="Arial" charset="0"/>
              <a:buNone/>
              <a:defRPr sz="1200" noProof="1"/>
            </a:lvl1pPr>
          </a:lstStyle>
          <a:p>
            <a:pPr>
              <a:defRPr/>
            </a:pPr>
            <a:endParaRPr lang="zh-CN" altLang="en-US"/>
          </a:p>
        </p:txBody>
      </p:sp>
      <p:sp>
        <p:nvSpPr>
          <p:cNvPr id="2052" name="幻灯片图像占位符 2051"/>
          <p:cNvSpPr/>
          <p:nvPr>
            <p:ph type="sldImg" idx="4294967295"/>
          </p:nvPr>
        </p:nvSpPr>
        <p:spPr bwMode="auto">
          <a:xfrm>
            <a:off x="342900" y="685800"/>
            <a:ext cx="6172200"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2053" name="文本占位符 2052"/>
          <p:cNvSpPr/>
          <p:nvPr>
            <p:ph type="body" sz="quarter" idx="9"/>
          </p:nvPr>
        </p:nvSpPr>
        <p:spPr bwMode="auto">
          <a:xfrm>
            <a:off x="685800" y="4343400"/>
            <a:ext cx="5486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noProof="0"/>
              <a:t>单击此处编辑母版文本样式</a:t>
            </a:r>
            <a:endParaRPr lang="zh-CN" altLang="en-US" noProof="0"/>
          </a:p>
          <a:p>
            <a:pPr lvl="1"/>
            <a:r>
              <a:rPr lang="zh-CN" altLang="en-US" noProof="0"/>
              <a:t>第二级</a:t>
            </a:r>
            <a:endParaRPr lang="zh-CN" altLang="en-US" noProof="0"/>
          </a:p>
          <a:p>
            <a:pPr lvl="2"/>
            <a:r>
              <a:rPr lang="zh-CN" altLang="en-US" noProof="0"/>
              <a:t>第三级</a:t>
            </a:r>
            <a:endParaRPr lang="zh-CN" altLang="en-US" noProof="0"/>
          </a:p>
          <a:p>
            <a:pPr lvl="3"/>
            <a:r>
              <a:rPr lang="zh-CN" altLang="en-US" noProof="0"/>
              <a:t>第四级</a:t>
            </a:r>
            <a:endParaRPr lang="zh-CN" altLang="en-US" noProof="0"/>
          </a:p>
          <a:p>
            <a:pPr lvl="4"/>
            <a:r>
              <a:rPr lang="zh-CN" altLang="en-US" noProof="0"/>
              <a:t>第五级</a:t>
            </a:r>
            <a:endParaRPr lang="zh-CN" altLang="en-US" noProof="0"/>
          </a:p>
        </p:txBody>
      </p:sp>
      <p:sp>
        <p:nvSpPr>
          <p:cNvPr id="2054" name="页脚占位符 2053"/>
          <p:cNvSpPr/>
          <p:nvPr>
            <p:ph type="ftr" sz="quarter" idx="4"/>
          </p:nvPr>
        </p:nvSpPr>
        <p:spPr>
          <a:xfrm>
            <a:off x="0" y="8685213"/>
            <a:ext cx="2970213" cy="457200"/>
          </a:xfrm>
          <a:prstGeom prst="rect">
            <a:avLst/>
          </a:prstGeom>
          <a:noFill/>
          <a:ln w="9525">
            <a:noFill/>
            <a:miter/>
          </a:ln>
        </p:spPr>
        <p:txBody>
          <a:bodyPr anchor="b"/>
          <a:lstStyle>
            <a:lvl1pPr eaLnBrk="1" hangingPunct="1">
              <a:buFont typeface="Arial" charset="0"/>
              <a:buNone/>
              <a:defRPr sz="1200" noProof="1"/>
            </a:lvl1pPr>
          </a:lstStyle>
          <a:p>
            <a:pPr>
              <a:defRPr/>
            </a:pPr>
            <a:endParaRPr lang="zh-CN"/>
          </a:p>
        </p:txBody>
      </p:sp>
      <p:sp>
        <p:nvSpPr>
          <p:cNvPr id="2055" name="灯片编号占位符 2054"/>
          <p:cNvSpPr/>
          <p:nvPr>
            <p:ph type="sldNum" sz="quarter" idx="5"/>
          </p:nvPr>
        </p:nvSpPr>
        <p:spPr>
          <a:xfrm>
            <a:off x="3883025" y="8685213"/>
            <a:ext cx="2973388" cy="457200"/>
          </a:xfrm>
          <a:prstGeom prst="rect">
            <a:avLst/>
          </a:prstGeom>
          <a:noFill/>
          <a:ln w="9525">
            <a:noFill/>
            <a:miter/>
          </a:ln>
        </p:spPr>
        <p:txBody>
          <a:bodyPr anchor="b"/>
          <a:lstStyle>
            <a:lvl1pPr algn="r" eaLnBrk="1" hangingPunct="1">
              <a:buFont typeface="Arial" charset="0"/>
              <a:buNone/>
              <a:defRPr sz="1200" noProof="1">
                <a:latin typeface="Arial" charset="0"/>
                <a:ea typeface="宋体" charset="-122"/>
                <a:cs typeface="+mn-ea"/>
              </a:defRPr>
            </a:lvl1pPr>
          </a:lstStyle>
          <a:p>
            <a:pPr>
              <a:defRPr/>
            </a:pPr>
            <a:fld id="{F94B7193-CB1B-4509-9730-B4F46987AA1E}" type="slidenum">
              <a:rPr lang="en-US" altLang="zh-CN"/>
            </a:fld>
            <a:endParaRPr lang="zh-CN">
              <a:latin typeface="Arial" charset="0"/>
              <a:ea typeface="宋体" charset="-122"/>
              <a:cs typeface="+mn-cs"/>
            </a:endParaRPr>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lvl="1" algn="l" rtl="0" eaLnBrk="0" fontAlgn="base" hangingPunct="0">
      <a:spcBef>
        <a:spcPct val="30000"/>
      </a:spcBef>
      <a:spcAft>
        <a:spcPct val="0"/>
      </a:spcAft>
      <a:defRPr sz="1200" kern="1200">
        <a:solidFill>
          <a:schemeClr val="tx1"/>
        </a:solidFill>
        <a:latin typeface="Arial" charset="0"/>
        <a:ea typeface="+mn-ea"/>
        <a:cs typeface="+mn-cs"/>
      </a:defRPr>
    </a:lvl2pPr>
    <a:lvl3pPr marL="914400" lvl="2" algn="l" rtl="0" eaLnBrk="0" fontAlgn="base" hangingPunct="0">
      <a:spcBef>
        <a:spcPct val="30000"/>
      </a:spcBef>
      <a:spcAft>
        <a:spcPct val="0"/>
      </a:spcAft>
      <a:defRPr sz="1200" kern="1200">
        <a:solidFill>
          <a:schemeClr val="tx1"/>
        </a:solidFill>
        <a:latin typeface="Arial" charset="0"/>
        <a:ea typeface="+mn-ea"/>
        <a:cs typeface="+mn-cs"/>
      </a:defRPr>
    </a:lvl3pPr>
    <a:lvl4pPr marL="1371600" lvl="3" algn="l" rtl="0" eaLnBrk="0" fontAlgn="base" hangingPunct="0">
      <a:spcBef>
        <a:spcPct val="30000"/>
      </a:spcBef>
      <a:spcAft>
        <a:spcPct val="0"/>
      </a:spcAft>
      <a:defRPr sz="1200" kern="1200">
        <a:solidFill>
          <a:schemeClr val="tx1"/>
        </a:solidFill>
        <a:latin typeface="Arial" charset="0"/>
        <a:ea typeface="+mn-ea"/>
        <a:cs typeface="+mn-cs"/>
      </a:defRPr>
    </a:lvl4pPr>
    <a:lvl5pPr marL="1828800" lvl="4" algn="l" rtl="0" eaLnBrk="0" fontAlgn="base" hangingPunct="0">
      <a:spcBef>
        <a:spcPct val="30000"/>
      </a:spcBef>
      <a:spcAft>
        <a:spcPct val="0"/>
      </a:spcAft>
      <a:defRPr sz="1200" kern="1200">
        <a:solidFill>
          <a:schemeClr val="tx1"/>
        </a:solidFill>
        <a:latin typeface="Arial" charset="0"/>
        <a:ea typeface="+mn-ea"/>
        <a:cs typeface="+mn-cs"/>
      </a:defRPr>
    </a:lvl5pPr>
    <a:lvl6pPr marL="2286000" lvl="5" indent="0" algn="l" defTabSz="914400" eaLnBrk="1" fontAlgn="base" latinLnBrk="0" hangingPunct="1">
      <a:spcBef>
        <a:spcPct val="30000"/>
      </a:spcBef>
      <a:spcAft>
        <a:spcPct val="0"/>
      </a:spcAft>
      <a:buNone/>
      <a:defRPr sz="1200" b="0" i="0" u="none" kern="1200" baseline="0">
        <a:solidFill>
          <a:schemeClr val="tx1"/>
        </a:solidFill>
        <a:latin typeface="+mn-lt"/>
        <a:ea typeface="+mn-ea"/>
        <a:cs typeface="+mn-cs"/>
      </a:defRPr>
    </a:lvl6pPr>
    <a:lvl7pPr marL="2743200" lvl="6" indent="0" algn="l" defTabSz="914400" eaLnBrk="1" fontAlgn="base" latinLnBrk="0" hangingPunct="1">
      <a:spcBef>
        <a:spcPct val="30000"/>
      </a:spcBef>
      <a:spcAft>
        <a:spcPct val="0"/>
      </a:spcAft>
      <a:buNone/>
      <a:defRPr sz="1200" b="0" i="0" u="none" kern="1200" baseline="0">
        <a:solidFill>
          <a:schemeClr val="tx1"/>
        </a:solidFill>
        <a:latin typeface="+mn-lt"/>
        <a:ea typeface="+mn-ea"/>
        <a:cs typeface="+mn-cs"/>
      </a:defRPr>
    </a:lvl7pPr>
    <a:lvl8pPr marL="3200400" lvl="7" indent="0" algn="l" defTabSz="914400" eaLnBrk="1" fontAlgn="base" latinLnBrk="0" hangingPunct="1">
      <a:spcBef>
        <a:spcPct val="30000"/>
      </a:spcBef>
      <a:spcAft>
        <a:spcPct val="0"/>
      </a:spcAft>
      <a:buNone/>
      <a:defRPr sz="1200" b="0" i="0" u="none" kern="1200" baseline="0">
        <a:solidFill>
          <a:schemeClr val="tx1"/>
        </a:solidFill>
        <a:latin typeface="+mn-lt"/>
        <a:ea typeface="+mn-ea"/>
        <a:cs typeface="+mn-cs"/>
      </a:defRPr>
    </a:lvl8pPr>
    <a:lvl9pPr marL="3657600" lvl="8" indent="0" algn="l" defTabSz="914400" eaLnBrk="1" fontAlgn="base" latinLnBrk="0" hangingPunct="1">
      <a:spcBef>
        <a:spcPct val="30000"/>
      </a:spcBef>
      <a:spcAft>
        <a:spcPct val="0"/>
      </a:spcAft>
      <a:buNone/>
      <a:defRPr sz="1200" b="0" i="0" u="none" kern="1200" baseline="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p:nvPr>
            <p:ph type="ctrTitle"/>
          </p:nvPr>
        </p:nvSpPr>
        <p:spPr>
          <a:xfrm>
            <a:off x="1620282" y="1178481"/>
            <a:ext cx="9721691" cy="2506980"/>
          </a:xfrm>
          <a:prstGeom prst="rect">
            <a:avLst/>
          </a:prstGeom>
        </p:spPr>
        <p:txBody>
          <a:bodyPr anchor="b"/>
          <a:lstStyle>
            <a:lvl1pPr algn="ctr">
              <a:defRPr sz="6300"/>
            </a:lvl1pPr>
          </a:lstStyle>
          <a:p>
            <a:r>
              <a:rPr lang="zh-CN" altLang="en-US" noProof="1"/>
              <a:t>单击此处编辑母版标题样式</a:t>
            </a:r>
            <a:endParaRPr lang="zh-CN" altLang="en-US" noProof="1"/>
          </a:p>
        </p:txBody>
      </p:sp>
      <p:sp>
        <p:nvSpPr>
          <p:cNvPr id="3" name="副标题 2"/>
          <p:cNvSpPr/>
          <p:nvPr>
            <p:ph type="subTitle" idx="1"/>
          </p:nvPr>
        </p:nvSpPr>
        <p:spPr>
          <a:xfrm>
            <a:off x="1620282" y="3782140"/>
            <a:ext cx="9721691" cy="1738550"/>
          </a:xfrm>
          <a:prstGeom prst="rect">
            <a:avLst/>
          </a:prstGeom>
        </p:spPr>
        <p:txBody>
          <a:bodyPr/>
          <a:lstStyle>
            <a:lvl1pPr marL="0" indent="0" algn="ctr">
              <a:buNone/>
              <a:defRPr sz="2520">
                <a:solidFill>
                  <a:schemeClr val="tx1"/>
                </a:solidFill>
              </a:defRPr>
            </a:lvl1pPr>
            <a:lvl2pPr marL="480060" indent="0" algn="ctr">
              <a:buNone/>
              <a:defRPr sz="2100"/>
            </a:lvl2pPr>
            <a:lvl3pPr marL="960120" indent="0" algn="ctr">
              <a:buNone/>
              <a:defRPr sz="1890"/>
            </a:lvl3pPr>
            <a:lvl4pPr marL="1440180" indent="0" algn="ctr">
              <a:buNone/>
              <a:defRPr sz="1680"/>
            </a:lvl4pPr>
            <a:lvl5pPr marL="1920240" indent="0" algn="ctr">
              <a:buNone/>
              <a:defRPr sz="1680"/>
            </a:lvl5pPr>
            <a:lvl6pPr marL="2400300" indent="0" algn="ctr">
              <a:buNone/>
              <a:defRPr sz="1680"/>
            </a:lvl6pPr>
            <a:lvl7pPr marL="2880360" indent="0" algn="ctr">
              <a:buNone/>
              <a:defRPr sz="1680"/>
            </a:lvl7pPr>
            <a:lvl8pPr marL="3360420" indent="0" algn="ctr">
              <a:buNone/>
              <a:defRPr sz="1680"/>
            </a:lvl8pPr>
            <a:lvl9pPr marL="3840480" indent="0" algn="ctr">
              <a:buNone/>
              <a:defRPr sz="1680"/>
            </a:lvl9pPr>
          </a:lstStyle>
          <a:p>
            <a:r>
              <a:rPr lang="zh-CN" altLang="en-US" noProof="1"/>
              <a:t>单击此处编辑母版副标题样式</a:t>
            </a:r>
            <a:endParaRPr lang="zh-CN" altLang="en-US" noProof="1"/>
          </a:p>
        </p:txBody>
      </p:sp>
    </p:spTree>
  </p:cSld>
  <p:clrMapOvr>
    <a:masterClrMapping/>
  </p:clrMapOvr>
  <p:transition spd="slow">
    <p:push dir="u"/>
  </p:transition>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p:nvPr>
            <p:ph type="title"/>
          </p:nvPr>
        </p:nvSpPr>
        <p:spPr>
          <a:xfrm>
            <a:off x="457200" y="274955"/>
            <a:ext cx="8229600" cy="1143000"/>
          </a:xfrm>
          <a:prstGeom prst="rect">
            <a:avLst/>
          </a:prstGeom>
        </p:spPr>
        <p:txBody>
          <a:bodyPr/>
          <a:lstStyle/>
          <a:p>
            <a:r>
              <a:rPr lang="zh-CN" altLang="en-US" noProof="1"/>
              <a:t>单击此处编辑母版标题样式</a:t>
            </a:r>
            <a:endParaRPr lang="zh-CN" altLang="en-US" noProof="1"/>
          </a:p>
        </p:txBody>
      </p:sp>
      <p:sp>
        <p:nvSpPr>
          <p:cNvPr id="3" name="内容占位符 2"/>
          <p:cNvSpPr/>
          <p:nvPr>
            <p:ph idx="1"/>
          </p:nvPr>
        </p:nvSpPr>
        <p:spPr>
          <a:xfrm>
            <a:off x="457200" y="1600200"/>
            <a:ext cx="8229600" cy="4526280"/>
          </a:xfrm>
          <a:prstGeom prst="rect">
            <a:avLst/>
          </a:prstGeo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Tree>
  </p:cSld>
  <p:clrMapOvr>
    <a:masterClrMapping/>
  </p:clrMapOvr>
  <p:transition spd="slow">
    <p:push dir="u"/>
  </p:transition>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p:nvPr>
            <p:ph type="title"/>
          </p:nvPr>
        </p:nvSpPr>
        <p:spPr>
          <a:xfrm>
            <a:off x="884404" y="1795225"/>
            <a:ext cx="11179945" cy="2995374"/>
          </a:xfrm>
          <a:prstGeom prst="rect">
            <a:avLst/>
          </a:prstGeom>
        </p:spPr>
        <p:txBody>
          <a:bodyPr anchor="b"/>
          <a:lstStyle>
            <a:lvl1pPr algn="l">
              <a:defRPr sz="6300"/>
            </a:lvl1pPr>
          </a:lstStyle>
          <a:p>
            <a:r>
              <a:rPr lang="zh-CN" altLang="en-US" noProof="1"/>
              <a:t>单击此处编辑母版标题样式</a:t>
            </a:r>
            <a:endParaRPr lang="zh-CN" altLang="en-US" noProof="1"/>
          </a:p>
        </p:txBody>
      </p:sp>
      <p:sp>
        <p:nvSpPr>
          <p:cNvPr id="3" name="文本占位符 2"/>
          <p:cNvSpPr/>
          <p:nvPr>
            <p:ph type="body" idx="1"/>
          </p:nvPr>
        </p:nvSpPr>
        <p:spPr>
          <a:xfrm>
            <a:off x="884404" y="4818936"/>
            <a:ext cx="11179945" cy="1575196"/>
          </a:xfrm>
          <a:prstGeom prst="rect">
            <a:avLst/>
          </a:prstGeom>
        </p:spPr>
        <p:txBody>
          <a:bodyPr/>
          <a:lstStyle>
            <a:lvl1pPr marL="0" indent="0" algn="l">
              <a:buNone/>
              <a:defRPr sz="2520">
                <a:solidFill>
                  <a:schemeClr val="tx1">
                    <a:tint val="75000"/>
                  </a:schemeClr>
                </a:solidFill>
              </a:defRPr>
            </a:lvl1pPr>
            <a:lvl2pPr marL="480060" indent="0">
              <a:buNone/>
              <a:defRPr sz="2100">
                <a:solidFill>
                  <a:schemeClr val="tx1">
                    <a:tint val="75000"/>
                  </a:schemeClr>
                </a:solidFill>
              </a:defRPr>
            </a:lvl2pPr>
            <a:lvl3pPr marL="960120" indent="0">
              <a:buNone/>
              <a:defRPr sz="1890">
                <a:solidFill>
                  <a:schemeClr val="tx1">
                    <a:tint val="75000"/>
                  </a:schemeClr>
                </a:solidFill>
              </a:defRPr>
            </a:lvl3pPr>
            <a:lvl4pPr marL="1440180" indent="0">
              <a:buNone/>
              <a:defRPr sz="1680">
                <a:solidFill>
                  <a:schemeClr val="tx1">
                    <a:tint val="75000"/>
                  </a:schemeClr>
                </a:solidFill>
              </a:defRPr>
            </a:lvl4pPr>
            <a:lvl5pPr marL="1920240" indent="0">
              <a:buNone/>
              <a:defRPr sz="1680">
                <a:solidFill>
                  <a:schemeClr val="tx1">
                    <a:tint val="75000"/>
                  </a:schemeClr>
                </a:solidFill>
              </a:defRPr>
            </a:lvl5pPr>
            <a:lvl6pPr marL="2400300" indent="0">
              <a:buNone/>
              <a:defRPr sz="1680">
                <a:solidFill>
                  <a:schemeClr val="tx1">
                    <a:tint val="75000"/>
                  </a:schemeClr>
                </a:solidFill>
              </a:defRPr>
            </a:lvl6pPr>
            <a:lvl7pPr marL="2880360" indent="0">
              <a:buNone/>
              <a:defRPr sz="1680">
                <a:solidFill>
                  <a:schemeClr val="tx1">
                    <a:tint val="75000"/>
                  </a:schemeClr>
                </a:solidFill>
              </a:defRPr>
            </a:lvl7pPr>
            <a:lvl8pPr marL="3360420" indent="0">
              <a:buNone/>
              <a:defRPr sz="1680">
                <a:solidFill>
                  <a:schemeClr val="tx1">
                    <a:tint val="75000"/>
                  </a:schemeClr>
                </a:solidFill>
              </a:defRPr>
            </a:lvl8pPr>
            <a:lvl9pPr marL="3840480" indent="0">
              <a:buNone/>
              <a:defRPr sz="1680">
                <a:solidFill>
                  <a:schemeClr val="tx1">
                    <a:tint val="75000"/>
                  </a:schemeClr>
                </a:solidFill>
              </a:defRPr>
            </a:lvl9pPr>
          </a:lstStyle>
          <a:p>
            <a:pPr lvl="0"/>
            <a:r>
              <a:rPr lang="zh-CN" altLang="en-US" noProof="1"/>
              <a:t>单击此处编辑母版文本样式</a:t>
            </a:r>
            <a:endParaRPr lang="zh-CN" altLang="en-US" noProof="1"/>
          </a:p>
        </p:txBody>
      </p:sp>
    </p:spTree>
  </p:cSld>
  <p:clrMapOvr>
    <a:masterClrMapping/>
  </p:clrMapOvr>
  <p:transition spd="slow">
    <p:push dir="u"/>
  </p:transition>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p:nvPr>
            <p:ph type="title"/>
          </p:nvPr>
        </p:nvSpPr>
        <p:spPr>
          <a:xfrm>
            <a:off x="457200" y="274955"/>
            <a:ext cx="8229600" cy="1143000"/>
          </a:xfrm>
          <a:prstGeom prst="rect">
            <a:avLst/>
          </a:prstGeom>
        </p:spPr>
        <p:txBody>
          <a:bodyPr/>
          <a:lstStyle/>
          <a:p>
            <a:r>
              <a:rPr lang="zh-CN" altLang="en-US" noProof="1"/>
              <a:t>单击此处编辑母版标题样式</a:t>
            </a:r>
            <a:endParaRPr lang="zh-CN" altLang="en-US" noProof="1"/>
          </a:p>
        </p:txBody>
      </p:sp>
      <p:sp>
        <p:nvSpPr>
          <p:cNvPr id="3" name="内容占位符 2"/>
          <p:cNvSpPr/>
          <p:nvPr>
            <p:ph sz="half" idx="1"/>
          </p:nvPr>
        </p:nvSpPr>
        <p:spPr>
          <a:xfrm>
            <a:off x="891155" y="1916906"/>
            <a:ext cx="5508958" cy="4568905"/>
          </a:xfrm>
          <a:prstGeom prst="rect">
            <a:avLst/>
          </a:prstGeo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p:nvPr>
            <p:ph sz="half" idx="2"/>
          </p:nvPr>
        </p:nvSpPr>
        <p:spPr>
          <a:xfrm>
            <a:off x="6562142" y="1916906"/>
            <a:ext cx="5508958" cy="4568905"/>
          </a:xfrm>
          <a:prstGeom prst="rect">
            <a:avLst/>
          </a:prstGeo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Tree>
  </p:cSld>
  <p:clrMapOvr>
    <a:masterClrMapping/>
  </p:clrMapOvr>
  <p:transition spd="slow">
    <p:push dir="u"/>
  </p:transition>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cSld name="比较">
    <p:spTree>
      <p:nvGrpSpPr>
        <p:cNvPr id="1" name=""/>
        <p:cNvGrpSpPr/>
        <p:nvPr/>
      </p:nvGrpSpPr>
      <p:grpSpPr>
        <a:xfrm>
          <a:off x="0" y="0"/>
          <a:ext cx="0" cy="0"/>
          <a:chOff x="0" y="0"/>
          <a:chExt cx="0" cy="0"/>
        </a:xfrm>
      </p:grpSpPr>
      <p:sp>
        <p:nvSpPr>
          <p:cNvPr id="2" name="标题 1"/>
          <p:cNvSpPr/>
          <p:nvPr>
            <p:ph type="title"/>
          </p:nvPr>
        </p:nvSpPr>
        <p:spPr>
          <a:xfrm>
            <a:off x="892843" y="383382"/>
            <a:ext cx="11179945" cy="1018733"/>
          </a:xfrm>
          <a:prstGeom prst="rect">
            <a:avLst/>
          </a:prstGeom>
        </p:spPr>
        <p:txBody>
          <a:bodyPr/>
          <a:lstStyle>
            <a:lvl1pPr algn="ctr">
              <a:defRPr/>
            </a:lvl1pPr>
          </a:lstStyle>
          <a:p>
            <a:r>
              <a:rPr lang="zh-CN" altLang="en-US" noProof="1"/>
              <a:t>单击此处编辑母版标题样式</a:t>
            </a:r>
            <a:endParaRPr lang="zh-CN" altLang="en-US" noProof="1"/>
          </a:p>
        </p:txBody>
      </p:sp>
      <p:sp>
        <p:nvSpPr>
          <p:cNvPr id="3" name="文本占位符 2"/>
          <p:cNvSpPr/>
          <p:nvPr>
            <p:ph type="body" idx="1"/>
          </p:nvPr>
        </p:nvSpPr>
        <p:spPr>
          <a:xfrm>
            <a:off x="1339310" y="1645713"/>
            <a:ext cx="4998889" cy="745600"/>
          </a:xfrm>
          <a:prstGeom prst="rect">
            <a:avLst/>
          </a:prstGeom>
        </p:spPr>
        <p:txBody>
          <a:bodyPr anchor="ctr" anchorCtr="0">
            <a:normAutofit/>
          </a:bodyPr>
          <a:lstStyle>
            <a:lvl1pPr marL="0" indent="0">
              <a:buNone/>
              <a:defRPr sz="2940" b="0"/>
            </a:lvl1pPr>
            <a:lvl2pPr marL="480060" indent="0">
              <a:buNone/>
              <a:defRPr sz="2100" b="1"/>
            </a:lvl2pPr>
            <a:lvl3pPr marL="960120" indent="0">
              <a:buNone/>
              <a:defRPr sz="1890" b="1"/>
            </a:lvl3pPr>
            <a:lvl4pPr marL="1440180" indent="0">
              <a:buNone/>
              <a:defRPr sz="1680" b="1"/>
            </a:lvl4pPr>
            <a:lvl5pPr marL="1920240" indent="0">
              <a:buNone/>
              <a:defRPr sz="1680" b="1"/>
            </a:lvl5pPr>
            <a:lvl6pPr marL="2400300" indent="0">
              <a:buNone/>
              <a:defRPr sz="1680" b="1"/>
            </a:lvl6pPr>
            <a:lvl7pPr marL="2880360" indent="0">
              <a:buNone/>
              <a:defRPr sz="1680" b="1"/>
            </a:lvl7pPr>
            <a:lvl8pPr marL="3360420" indent="0">
              <a:buNone/>
              <a:defRPr sz="1680" b="1"/>
            </a:lvl8pPr>
            <a:lvl9pPr marL="3840480" indent="0">
              <a:buNone/>
              <a:defRPr sz="1680" b="1"/>
            </a:lvl9pPr>
          </a:lstStyle>
          <a:p>
            <a:pPr lvl="0"/>
            <a:r>
              <a:rPr lang="zh-CN" altLang="en-US" noProof="1"/>
              <a:t>单击此处编辑母版文本样式</a:t>
            </a:r>
            <a:endParaRPr lang="zh-CN" altLang="en-US" noProof="1"/>
          </a:p>
        </p:txBody>
      </p:sp>
      <p:sp>
        <p:nvSpPr>
          <p:cNvPr id="4" name="内容占位符 3"/>
          <p:cNvSpPr/>
          <p:nvPr>
            <p:ph sz="half" idx="2"/>
          </p:nvPr>
        </p:nvSpPr>
        <p:spPr>
          <a:xfrm>
            <a:off x="1339310" y="2455307"/>
            <a:ext cx="4998889" cy="3975262"/>
          </a:xfrm>
          <a:prstGeom prst="rect">
            <a:avLst/>
          </a:prstGeom>
        </p:spPr>
        <p:txBody>
          <a:bodyPr>
            <a:normAutofit/>
          </a:bodyPr>
          <a:lstStyle>
            <a:lvl1pPr>
              <a:defRPr sz="2520"/>
            </a:lvl1pPr>
            <a:lvl2pPr>
              <a:defRPr sz="2100"/>
            </a:lvl2pPr>
            <a:lvl3pPr>
              <a:defRPr sz="1890"/>
            </a:lvl3pPr>
            <a:lvl4pPr>
              <a:defRPr sz="1680"/>
            </a:lvl4pPr>
            <a:lvl5pPr>
              <a:defRPr sz="1680"/>
            </a:lvl5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文本占位符 4"/>
          <p:cNvSpPr/>
          <p:nvPr>
            <p:ph type="body" sz="quarter" idx="3"/>
          </p:nvPr>
        </p:nvSpPr>
        <p:spPr>
          <a:xfrm>
            <a:off x="6686976" y="1645713"/>
            <a:ext cx="4998890" cy="745600"/>
          </a:xfrm>
          <a:prstGeom prst="rect">
            <a:avLst/>
          </a:prstGeom>
        </p:spPr>
        <p:txBody>
          <a:bodyPr vert="horz" lIns="91440" tIns="45720" rIns="91440" bIns="45720" rtlCol="0" anchor="ctr" anchorCtr="0">
            <a:normAutofit/>
          </a:bodyPr>
          <a:lstStyle>
            <a:lvl1pPr marL="240030" indent="-240030">
              <a:buNone/>
              <a:defRPr lang="zh-CN" altLang="en-US" b="0" smtClean="0"/>
            </a:lvl1pPr>
          </a:lstStyle>
          <a:p>
            <a:pPr lvl="0"/>
            <a:r>
              <a:rPr lang="zh-CN" altLang="en-US" noProof="1"/>
              <a:t>单击此处编辑母版文本样式</a:t>
            </a:r>
            <a:endParaRPr lang="zh-CN" altLang="en-US" noProof="1"/>
          </a:p>
        </p:txBody>
      </p:sp>
      <p:sp>
        <p:nvSpPr>
          <p:cNvPr id="6" name="内容占位符 5"/>
          <p:cNvSpPr/>
          <p:nvPr>
            <p:ph sz="quarter" idx="4"/>
          </p:nvPr>
        </p:nvSpPr>
        <p:spPr>
          <a:xfrm>
            <a:off x="6686976" y="2475333"/>
            <a:ext cx="4998890" cy="3955237"/>
          </a:xfrm>
          <a:prstGeom prst="rect">
            <a:avLst/>
          </a:prstGeom>
        </p:spPr>
        <p:txBody>
          <a:bodyPr>
            <a:normAutofit/>
          </a:bodyPr>
          <a:lstStyle>
            <a:lvl1pPr>
              <a:defRPr sz="2520"/>
            </a:lvl1pPr>
            <a:lvl2pPr>
              <a:defRPr sz="2100"/>
            </a:lvl2pPr>
            <a:lvl3pPr>
              <a:defRPr sz="1890"/>
            </a:lvl3pPr>
            <a:lvl4pPr>
              <a:defRPr sz="1680"/>
            </a:lvl4pPr>
            <a:lvl5pPr>
              <a:defRPr sz="1680"/>
            </a:lvl5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Tree>
  </p:cSld>
  <p:clrMapOvr>
    <a:masterClrMapping/>
  </p:clrMapOvr>
  <p:transition spd="slow">
    <p:push dir="u"/>
  </p:transition>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p:nvPr>
            <p:ph type="title"/>
          </p:nvPr>
        </p:nvSpPr>
        <p:spPr>
          <a:xfrm>
            <a:off x="457200" y="274955"/>
            <a:ext cx="8229600" cy="1143000"/>
          </a:xfrm>
          <a:prstGeom prst="rect">
            <a:avLst/>
          </a:prstGeom>
        </p:spPr>
        <p:txBody>
          <a:bodyPr/>
          <a:lstStyle/>
          <a:p>
            <a:r>
              <a:rPr lang="zh-CN" altLang="en-US" noProof="1"/>
              <a:t>单击此处编辑母版标题样式</a:t>
            </a:r>
            <a:endParaRPr lang="zh-CN" altLang="en-US" noProof="1"/>
          </a:p>
        </p:txBody>
      </p:sp>
    </p:spTree>
  </p:cSld>
  <p:clrMapOvr>
    <a:masterClrMapping/>
  </p:clrMapOvr>
  <p:transition spd="slow">
    <p:push dir="u"/>
  </p:transition>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spd="slow">
    <p:push dir="u"/>
  </p:transition>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p:nvPr>
            <p:ph type="title"/>
          </p:nvPr>
        </p:nvSpPr>
        <p:spPr>
          <a:xfrm>
            <a:off x="892843" y="480060"/>
            <a:ext cx="4180664" cy="1680210"/>
          </a:xfrm>
          <a:prstGeom prst="rect">
            <a:avLst/>
          </a:prstGeom>
        </p:spPr>
        <p:txBody>
          <a:bodyPr anchor="b"/>
          <a:lstStyle>
            <a:lvl1pPr>
              <a:defRPr sz="3360"/>
            </a:lvl1pPr>
          </a:lstStyle>
          <a:p>
            <a:r>
              <a:rPr lang="zh-CN" altLang="en-US" noProof="1"/>
              <a:t>单击此处编辑母版标题样式</a:t>
            </a:r>
            <a:endParaRPr lang="zh-CN" altLang="en-US" noProof="1"/>
          </a:p>
        </p:txBody>
      </p:sp>
      <p:sp>
        <p:nvSpPr>
          <p:cNvPr id="3" name="内容占位符 2"/>
          <p:cNvSpPr/>
          <p:nvPr>
            <p:ph idx="1"/>
          </p:nvPr>
        </p:nvSpPr>
        <p:spPr>
          <a:xfrm>
            <a:off x="5510647" y="1036796"/>
            <a:ext cx="6562142" cy="5117306"/>
          </a:xfrm>
          <a:prstGeom prst="rect">
            <a:avLst/>
          </a:prstGeom>
        </p:spPr>
        <p:txBody>
          <a:bodyPr/>
          <a:lstStyle>
            <a:lvl1pPr>
              <a:defRPr sz="3360"/>
            </a:lvl1pPr>
            <a:lvl2pPr>
              <a:defRPr sz="2940"/>
            </a:lvl2pPr>
            <a:lvl3pPr>
              <a:defRPr sz="2520"/>
            </a:lvl3pPr>
            <a:lvl4pPr>
              <a:defRPr sz="2100"/>
            </a:lvl4pPr>
            <a:lvl5pPr>
              <a:defRPr sz="2100"/>
            </a:lvl5pPr>
            <a:lvl6pPr>
              <a:defRPr sz="2100"/>
            </a:lvl6pPr>
            <a:lvl7pPr>
              <a:defRPr sz="2100"/>
            </a:lvl7pPr>
            <a:lvl8pPr>
              <a:defRPr sz="2100"/>
            </a:lvl8pPr>
            <a:lvl9pPr>
              <a:defRPr sz="21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文本占位符 3"/>
          <p:cNvSpPr/>
          <p:nvPr>
            <p:ph type="body" sz="half" idx="2"/>
          </p:nvPr>
        </p:nvSpPr>
        <p:spPr>
          <a:xfrm>
            <a:off x="892843" y="2160270"/>
            <a:ext cx="4180664" cy="4002167"/>
          </a:xfrm>
          <a:prstGeom prst="rect">
            <a:avLst/>
          </a:prstGeom>
        </p:spPr>
        <p:txBody>
          <a:bodyPr/>
          <a:lstStyle>
            <a:lvl1pPr marL="0" indent="0">
              <a:buNone/>
              <a:defRPr sz="1680"/>
            </a:lvl1pPr>
            <a:lvl2pPr marL="480060" indent="0">
              <a:buNone/>
              <a:defRPr sz="1470"/>
            </a:lvl2pPr>
            <a:lvl3pPr marL="960120" indent="0">
              <a:buNone/>
              <a:defRPr sz="1260"/>
            </a:lvl3pPr>
            <a:lvl4pPr marL="1440180" indent="0">
              <a:buNone/>
              <a:defRPr sz="1050"/>
            </a:lvl4pPr>
            <a:lvl5pPr marL="1920240" indent="0">
              <a:buNone/>
              <a:defRPr sz="1050"/>
            </a:lvl5pPr>
            <a:lvl6pPr marL="2400300" indent="0">
              <a:buNone/>
              <a:defRPr sz="1050"/>
            </a:lvl6pPr>
            <a:lvl7pPr marL="2880360" indent="0">
              <a:buNone/>
              <a:defRPr sz="1050"/>
            </a:lvl7pPr>
            <a:lvl8pPr marL="3360420" indent="0">
              <a:buNone/>
              <a:defRPr sz="1050"/>
            </a:lvl8pPr>
            <a:lvl9pPr marL="3840480" indent="0">
              <a:buNone/>
              <a:defRPr sz="1050"/>
            </a:lvl9pPr>
          </a:lstStyle>
          <a:p>
            <a:pPr lvl="0"/>
            <a:r>
              <a:rPr lang="zh-CN" altLang="en-US" noProof="1"/>
              <a:t>单击此处编辑母版文本样式</a:t>
            </a:r>
            <a:endParaRPr lang="zh-CN" altLang="en-US" noProof="1"/>
          </a:p>
        </p:txBody>
      </p:sp>
    </p:spTree>
  </p:cSld>
  <p:clrMapOvr>
    <a:masterClrMapping/>
  </p:clrMapOvr>
  <p:transition spd="slow">
    <p:push dir="u"/>
  </p:transition>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2" name="标题 1"/>
          <p:cNvSpPr/>
          <p:nvPr>
            <p:ph type="title"/>
          </p:nvPr>
        </p:nvSpPr>
        <p:spPr>
          <a:xfrm>
            <a:off x="892843" y="480060"/>
            <a:ext cx="4530038" cy="1680210"/>
          </a:xfrm>
          <a:prstGeom prst="rect">
            <a:avLst/>
          </a:prstGeom>
        </p:spPr>
        <p:txBody>
          <a:bodyPr anchor="t" anchorCtr="0">
            <a:normAutofit/>
          </a:bodyPr>
          <a:lstStyle>
            <a:lvl1pPr>
              <a:defRPr sz="4200"/>
            </a:lvl1pPr>
          </a:lstStyle>
          <a:p>
            <a:r>
              <a:rPr lang="zh-CN" altLang="en-US" noProof="1"/>
              <a:t>单击此处编辑母版标题样式</a:t>
            </a:r>
            <a:endParaRPr lang="zh-CN" altLang="en-US" noProof="1"/>
          </a:p>
        </p:txBody>
      </p:sp>
      <p:sp>
        <p:nvSpPr>
          <p:cNvPr id="3" name="图片占位符 2"/>
          <p:cNvSpPr/>
          <p:nvPr>
            <p:ph type="pic" idx="1"/>
          </p:nvPr>
        </p:nvSpPr>
        <p:spPr>
          <a:xfrm>
            <a:off x="5724996" y="480061"/>
            <a:ext cx="6347792" cy="5674043"/>
          </a:xfrm>
          <a:prstGeom prst="rect">
            <a:avLst/>
          </a:prstGeom>
        </p:spPr>
        <p:txBody>
          <a:bodyPr/>
          <a:lstStyle>
            <a:lvl1pPr marL="0" indent="0">
              <a:buNone/>
              <a:defRPr sz="3360"/>
            </a:lvl1pPr>
            <a:lvl2pPr marL="480060" indent="0">
              <a:buNone/>
              <a:defRPr sz="2940"/>
            </a:lvl2pPr>
            <a:lvl3pPr marL="960120" indent="0">
              <a:buNone/>
              <a:defRPr sz="2520"/>
            </a:lvl3pPr>
            <a:lvl4pPr marL="1440180" indent="0">
              <a:buNone/>
              <a:defRPr sz="2100"/>
            </a:lvl4pPr>
            <a:lvl5pPr marL="1920240" indent="0">
              <a:buNone/>
              <a:defRPr sz="2100"/>
            </a:lvl5pPr>
            <a:lvl6pPr marL="2400300" indent="0">
              <a:buNone/>
              <a:defRPr sz="2100"/>
            </a:lvl6pPr>
            <a:lvl7pPr marL="2880360" indent="0">
              <a:buNone/>
              <a:defRPr sz="2100"/>
            </a:lvl7pPr>
            <a:lvl8pPr marL="3360420" indent="0">
              <a:buNone/>
              <a:defRPr sz="2100"/>
            </a:lvl8pPr>
            <a:lvl9pPr marL="3840480" indent="0">
              <a:buNone/>
              <a:defRPr sz="2100"/>
            </a:lvl9pPr>
          </a:lstStyle>
          <a:p>
            <a:pPr lvl="0"/>
            <a:endParaRPr lang="zh-CN" altLang="en-US" noProof="1"/>
          </a:p>
        </p:txBody>
      </p:sp>
      <p:sp>
        <p:nvSpPr>
          <p:cNvPr id="4" name="文本占位符 3"/>
          <p:cNvSpPr/>
          <p:nvPr>
            <p:ph type="body" sz="half" idx="2"/>
          </p:nvPr>
        </p:nvSpPr>
        <p:spPr>
          <a:xfrm>
            <a:off x="892843" y="2160270"/>
            <a:ext cx="4530038" cy="4002167"/>
          </a:xfrm>
          <a:prstGeom prst="rect">
            <a:avLst/>
          </a:prstGeom>
        </p:spPr>
        <p:txBody>
          <a:bodyPr>
            <a:normAutofit/>
          </a:bodyPr>
          <a:lstStyle>
            <a:lvl1pPr marL="0" indent="0">
              <a:buNone/>
              <a:defRPr sz="2100"/>
            </a:lvl1pPr>
            <a:lvl2pPr marL="480060" indent="0">
              <a:buNone/>
              <a:defRPr sz="1470"/>
            </a:lvl2pPr>
            <a:lvl3pPr marL="960120" indent="0">
              <a:buNone/>
              <a:defRPr sz="1260"/>
            </a:lvl3pPr>
            <a:lvl4pPr marL="1440180" indent="0">
              <a:buNone/>
              <a:defRPr sz="1050"/>
            </a:lvl4pPr>
            <a:lvl5pPr marL="1920240" indent="0">
              <a:buNone/>
              <a:defRPr sz="1050"/>
            </a:lvl5pPr>
            <a:lvl6pPr marL="2400300" indent="0">
              <a:buNone/>
              <a:defRPr sz="1050"/>
            </a:lvl6pPr>
            <a:lvl7pPr marL="2880360" indent="0">
              <a:buNone/>
              <a:defRPr sz="1050"/>
            </a:lvl7pPr>
            <a:lvl8pPr marL="3360420" indent="0">
              <a:buNone/>
              <a:defRPr sz="1050"/>
            </a:lvl8pPr>
            <a:lvl9pPr marL="3840480" indent="0">
              <a:buNone/>
              <a:defRPr sz="1050"/>
            </a:lvl9pPr>
          </a:lstStyle>
          <a:p>
            <a:pPr lvl="0"/>
            <a:r>
              <a:rPr lang="zh-CN" altLang="en-US" noProof="1"/>
              <a:t>单击此处编辑母版文本样式</a:t>
            </a:r>
            <a:endParaRPr lang="zh-CN" altLang="en-US" noProof="1"/>
          </a:p>
        </p:txBody>
      </p:sp>
    </p:spTree>
  </p:cSld>
  <p:clrMapOvr>
    <a:masterClrMapping/>
  </p:clrMapOvr>
  <p:transition spd="slow">
    <p:push dir="u"/>
  </p:transition>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p:nvPr>
            <p:ph type="title"/>
          </p:nvPr>
        </p:nvSpPr>
        <p:spPr>
          <a:xfrm>
            <a:off x="457200" y="274955"/>
            <a:ext cx="8229600" cy="1143000"/>
          </a:xfrm>
          <a:prstGeom prst="rect">
            <a:avLst/>
          </a:prstGeom>
        </p:spPr>
        <p:txBody>
          <a:bodyPr/>
          <a:lstStyle/>
          <a:p>
            <a:r>
              <a:rPr lang="zh-CN" altLang="en-US" noProof="1"/>
              <a:t>单击此处编辑母版标题样式</a:t>
            </a:r>
            <a:endParaRPr lang="zh-CN" altLang="en-US" noProof="1"/>
          </a:p>
        </p:txBody>
      </p:sp>
      <p:sp>
        <p:nvSpPr>
          <p:cNvPr id="3" name="竖排文字占位符 2"/>
          <p:cNvSpPr/>
          <p:nvPr>
            <p:ph type="body" orient="vert" idx="1"/>
          </p:nvPr>
        </p:nvSpPr>
        <p:spPr>
          <a:xfrm>
            <a:off x="457200" y="1600200"/>
            <a:ext cx="8229600" cy="4526280"/>
          </a:xfrm>
          <a:prstGeom prst="rect">
            <a:avLst/>
          </a:prstGeom>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Tree>
  </p:cSld>
  <p:clrMapOvr>
    <a:masterClrMapping/>
  </p:clrMapOvr>
  <p:transition spd="slow">
    <p:push dir="u"/>
  </p:transition>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p:nvPr>
            <p:ph type="title" orient="vert"/>
          </p:nvPr>
        </p:nvSpPr>
        <p:spPr>
          <a:xfrm>
            <a:off x="9276114" y="383381"/>
            <a:ext cx="2794986" cy="6102430"/>
          </a:xfrm>
          <a:prstGeom prst="rect">
            <a:avLst/>
          </a:prstGeom>
        </p:spPr>
        <p:txBody>
          <a:bodyPr vert="eaVert"/>
          <a:lstStyle/>
          <a:p>
            <a:r>
              <a:rPr lang="zh-CN" altLang="en-US" noProof="1"/>
              <a:t>单击此处编辑母版标题样式</a:t>
            </a:r>
            <a:endParaRPr lang="zh-CN" altLang="en-US" noProof="1"/>
          </a:p>
        </p:txBody>
      </p:sp>
      <p:sp>
        <p:nvSpPr>
          <p:cNvPr id="3" name="竖排文字占位符 2"/>
          <p:cNvSpPr/>
          <p:nvPr>
            <p:ph type="body" orient="vert" idx="1"/>
          </p:nvPr>
        </p:nvSpPr>
        <p:spPr>
          <a:xfrm>
            <a:off x="891155" y="383381"/>
            <a:ext cx="8222931" cy="6102430"/>
          </a:xfrm>
          <a:prstGeom prst="rect">
            <a:avLst/>
          </a:prstGeom>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Tree>
  </p:cSld>
  <p:clrMapOvr>
    <a:masterClrMapping/>
  </p:clrMapOvr>
  <p:transition spd="slow">
    <p:push dir="u"/>
  </p:transition>
  <p:hf sldNum="0"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pic>
        <p:nvPicPr>
          <p:cNvPr id="1026" name="图片 2" descr="02"/>
          <p:cNvPicPr>
            <a:picLocks noChangeAspect="1" noChangeArrowheads="1"/>
          </p:cNvPicPr>
          <p:nvPr userDrawn="1"/>
        </p:nvPicPr>
        <p:blipFill>
          <a:blip r:embed="rId12" cstate="print">
            <a:extLst>
              <a:ext uri="{28A0092B-C50C-407E-A947-70E740481C1C}">
                <a14:useLocalDpi xmlns:a14="http://schemas.microsoft.com/office/drawing/2010/main" val="0"/>
              </a:ext>
            </a:extLst>
          </a:blip>
          <a:srcRect/>
          <a:stretch>
            <a:fillRect/>
          </a:stretch>
        </p:blipFill>
        <p:spPr bwMode="auto">
          <a:xfrm>
            <a:off x="0" y="0"/>
            <a:ext cx="12973050" cy="7208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slow">
    <p:push dir="u"/>
  </p:transition>
  <p:hf sldNum="0" hdr="0" ftr="0" dt="0"/>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ea typeface="宋体" charset="-122"/>
        </a:defRPr>
      </a:lvl2pPr>
      <a:lvl3pPr algn="ctr" rtl="0" eaLnBrk="0" fontAlgn="base" hangingPunct="0">
        <a:spcBef>
          <a:spcPct val="0"/>
        </a:spcBef>
        <a:spcAft>
          <a:spcPct val="0"/>
        </a:spcAft>
        <a:defRPr sz="4400">
          <a:solidFill>
            <a:schemeClr val="tx2"/>
          </a:solidFill>
          <a:latin typeface="Arial" charset="0"/>
          <a:ea typeface="宋体" charset="-122"/>
        </a:defRPr>
      </a:lvl3pPr>
      <a:lvl4pPr algn="ctr" rtl="0" eaLnBrk="0" fontAlgn="base" hangingPunct="0">
        <a:spcBef>
          <a:spcPct val="0"/>
        </a:spcBef>
        <a:spcAft>
          <a:spcPct val="0"/>
        </a:spcAft>
        <a:defRPr sz="4400">
          <a:solidFill>
            <a:schemeClr val="tx2"/>
          </a:solidFill>
          <a:latin typeface="Arial" charset="0"/>
          <a:ea typeface="宋体" charset="-122"/>
        </a:defRPr>
      </a:lvl4pPr>
      <a:lvl5pPr algn="ctr" rtl="0" eaLnBrk="0" fontAlgn="base" hangingPunct="0">
        <a:spcBef>
          <a:spcPct val="0"/>
        </a:spcBef>
        <a:spcAft>
          <a:spcPct val="0"/>
        </a:spcAft>
        <a:defRPr sz="4400">
          <a:solidFill>
            <a:schemeClr val="tx2"/>
          </a:solidFill>
          <a:latin typeface="Arial" charset="0"/>
          <a:ea typeface="宋体" charset="-122"/>
        </a:defRPr>
      </a:lvl5pPr>
      <a:lvl6pPr marL="457200" algn="ctr" rtl="0" fontAlgn="base">
        <a:spcBef>
          <a:spcPct val="0"/>
        </a:spcBef>
        <a:spcAft>
          <a:spcPct val="0"/>
        </a:spcAft>
        <a:defRPr sz="4400">
          <a:solidFill>
            <a:schemeClr val="tx2"/>
          </a:solidFill>
          <a:latin typeface="Arial" charset="0"/>
          <a:ea typeface="宋体" charset="-122"/>
        </a:defRPr>
      </a:lvl6pPr>
      <a:lvl7pPr marL="914400" algn="ctr" rtl="0" fontAlgn="base">
        <a:spcBef>
          <a:spcPct val="0"/>
        </a:spcBef>
        <a:spcAft>
          <a:spcPct val="0"/>
        </a:spcAft>
        <a:defRPr sz="4400">
          <a:solidFill>
            <a:schemeClr val="tx2"/>
          </a:solidFill>
          <a:latin typeface="Arial" charset="0"/>
          <a:ea typeface="宋体" charset="-122"/>
        </a:defRPr>
      </a:lvl7pPr>
      <a:lvl8pPr marL="1371600" algn="ctr" rtl="0" fontAlgn="base">
        <a:spcBef>
          <a:spcPct val="0"/>
        </a:spcBef>
        <a:spcAft>
          <a:spcPct val="0"/>
        </a:spcAft>
        <a:defRPr sz="4400">
          <a:solidFill>
            <a:schemeClr val="tx2"/>
          </a:solidFill>
          <a:latin typeface="Arial" charset="0"/>
          <a:ea typeface="宋体" charset="-122"/>
        </a:defRPr>
      </a:lvl8pPr>
      <a:lvl9pPr marL="1828800" algn="ctr" rtl="0" fontAlgn="base">
        <a:spcBef>
          <a:spcPct val="0"/>
        </a:spcBef>
        <a:spcAft>
          <a:spcPct val="0"/>
        </a:spcAft>
        <a:defRPr sz="4400">
          <a:solidFill>
            <a:schemeClr val="tx2"/>
          </a:solidFill>
          <a:latin typeface="Arial" charset="0"/>
          <a:ea typeface="宋体" charset="-122"/>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lvl="5" indent="-228600" algn="l" defTabSz="914400" eaLnBrk="0" fontAlgn="base" latinLnBrk="0" hangingPunct="0">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eaLnBrk="0" fontAlgn="base" latinLnBrk="0" hangingPunct="0">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eaLnBrk="0" fontAlgn="base" latinLnBrk="0" hangingPunct="0">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eaLnBrk="0" fontAlgn="base" latinLnBrk="0" hangingPunct="0">
        <a:spcBef>
          <a:spcPct val="20000"/>
        </a:spcBef>
        <a:spcAft>
          <a:spcPct val="0"/>
        </a:spcAft>
        <a:buChar char="»"/>
        <a:defRPr sz="2000" b="0" i="0" u="none" kern="1200" baseline="0">
          <a:solidFill>
            <a:schemeClr val="tx1"/>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charset="0"/>
        <a:buNone/>
        <a:defRPr sz="1800" b="0" i="0" u="none" kern="1200" baseline="0">
          <a:solidFill>
            <a:schemeClr val="tx1"/>
          </a:solidFill>
          <a:latin typeface="+mn-lt"/>
          <a:ea typeface="+mn-ea"/>
          <a:cs typeface="+mn-cs"/>
        </a:defRPr>
      </a:lvl1pPr>
      <a:lvl2pPr marL="457200" lvl="1" indent="0" algn="l" defTabSz="914400" eaLnBrk="1" fontAlgn="base" latinLnBrk="0" hangingPunct="1">
        <a:spcBef>
          <a:spcPct val="0"/>
        </a:spcBef>
        <a:spcAft>
          <a:spcPct val="0"/>
        </a:spcAft>
        <a:buFont typeface="Arial" charset="0"/>
        <a:buNone/>
        <a:defRPr sz="2000" b="0" i="0" u="none" kern="1200" baseline="0">
          <a:solidFill>
            <a:schemeClr val="tx1"/>
          </a:solidFill>
          <a:latin typeface="+mn-lt"/>
          <a:ea typeface="+mn-ea"/>
          <a:cs typeface="+mn-cs"/>
        </a:defRPr>
      </a:lvl2pPr>
      <a:lvl3pPr marL="914400" lvl="2" indent="0" algn="l" defTabSz="914400" eaLnBrk="1" fontAlgn="base" latinLnBrk="0" hangingPunct="1">
        <a:spcBef>
          <a:spcPct val="0"/>
        </a:spcBef>
        <a:spcAft>
          <a:spcPct val="0"/>
        </a:spcAft>
        <a:buFont typeface="Arial" charset="0"/>
        <a:buNone/>
        <a:defRPr sz="2000" b="0" i="0" u="none" kern="1200" baseline="0">
          <a:solidFill>
            <a:schemeClr val="tx1"/>
          </a:solidFill>
          <a:latin typeface="+mn-lt"/>
          <a:ea typeface="+mn-ea"/>
          <a:cs typeface="+mn-cs"/>
        </a:defRPr>
      </a:lvl3pPr>
      <a:lvl4pPr marL="1371600" lvl="3" indent="0" algn="l" defTabSz="914400" eaLnBrk="1" fontAlgn="base" latinLnBrk="0" hangingPunct="1">
        <a:spcBef>
          <a:spcPct val="0"/>
        </a:spcBef>
        <a:spcAft>
          <a:spcPct val="0"/>
        </a:spcAft>
        <a:buFont typeface="Arial" charset="0"/>
        <a:buNone/>
        <a:defRPr sz="2000" b="0" i="0" u="none" kern="1200" baseline="0">
          <a:solidFill>
            <a:schemeClr val="tx1"/>
          </a:solidFill>
          <a:latin typeface="+mn-lt"/>
          <a:ea typeface="+mn-ea"/>
          <a:cs typeface="+mn-cs"/>
        </a:defRPr>
      </a:lvl4pPr>
      <a:lvl5pPr marL="1828800" lvl="4" indent="0" algn="l" defTabSz="914400" eaLnBrk="1" fontAlgn="base" latinLnBrk="0" hangingPunct="1">
        <a:spcBef>
          <a:spcPct val="0"/>
        </a:spcBef>
        <a:spcAft>
          <a:spcPct val="0"/>
        </a:spcAft>
        <a:buFont typeface="Arial" charset="0"/>
        <a:buNone/>
        <a:defRPr sz="2000" b="0" i="0" u="none" kern="1200" baseline="0">
          <a:solidFill>
            <a:schemeClr val="tx1"/>
          </a:solidFill>
          <a:latin typeface="+mn-lt"/>
          <a:ea typeface="+mn-ea"/>
          <a:cs typeface="+mn-cs"/>
        </a:defRPr>
      </a:lvl5pPr>
      <a:lvl6pPr marL="2286000" lvl="5" indent="0" algn="l" defTabSz="914400" eaLnBrk="1" fontAlgn="base" latinLnBrk="0" hangingPunct="1">
        <a:spcBef>
          <a:spcPct val="0"/>
        </a:spcBef>
        <a:spcAft>
          <a:spcPct val="0"/>
        </a:spcAft>
        <a:buFont typeface="Arial" charset="0"/>
        <a:buNone/>
        <a:defRPr sz="2000" b="0" i="0" u="none" kern="1200" baseline="0">
          <a:solidFill>
            <a:schemeClr val="tx1"/>
          </a:solidFill>
          <a:latin typeface="+mn-lt"/>
          <a:ea typeface="+mn-ea"/>
          <a:cs typeface="+mn-cs"/>
        </a:defRPr>
      </a:lvl6pPr>
      <a:lvl7pPr marL="2743200" lvl="6" indent="0" algn="l" defTabSz="914400" eaLnBrk="1" fontAlgn="base" latinLnBrk="0" hangingPunct="1">
        <a:spcBef>
          <a:spcPct val="0"/>
        </a:spcBef>
        <a:spcAft>
          <a:spcPct val="0"/>
        </a:spcAft>
        <a:buFont typeface="Arial" charset="0"/>
        <a:buNone/>
        <a:defRPr sz="2000" b="0" i="0" u="none" kern="1200" baseline="0">
          <a:solidFill>
            <a:schemeClr val="tx1"/>
          </a:solidFill>
          <a:latin typeface="+mn-lt"/>
          <a:ea typeface="+mn-ea"/>
          <a:cs typeface="+mn-cs"/>
        </a:defRPr>
      </a:lvl7pPr>
      <a:lvl8pPr marL="3200400" lvl="7" indent="0" algn="l" defTabSz="914400" eaLnBrk="1" fontAlgn="base" latinLnBrk="0" hangingPunct="1">
        <a:spcBef>
          <a:spcPct val="0"/>
        </a:spcBef>
        <a:spcAft>
          <a:spcPct val="0"/>
        </a:spcAft>
        <a:buFont typeface="Arial" charset="0"/>
        <a:buNone/>
        <a:defRPr sz="2000" b="0" i="0" u="none" kern="1200" baseline="0">
          <a:solidFill>
            <a:schemeClr val="tx1"/>
          </a:solidFill>
          <a:latin typeface="+mn-lt"/>
          <a:ea typeface="+mn-ea"/>
          <a:cs typeface="+mn-cs"/>
        </a:defRPr>
      </a:lvl8pPr>
      <a:lvl9pPr marL="3657600" lvl="8" indent="0" algn="l" defTabSz="914400" eaLnBrk="1" fontAlgn="base" latinLnBrk="0" hangingPunct="1">
        <a:spcBef>
          <a:spcPct val="0"/>
        </a:spcBef>
        <a:spcAft>
          <a:spcPct val="0"/>
        </a:spcAft>
        <a:buFont typeface="Arial" charset="0"/>
        <a:buNone/>
        <a:defRPr sz="2000" b="0" i="0" u="none" kern="1200" baseline="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9.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0.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2.xml"/><Relationship Id="rId1" Type="http://schemas.openxmlformats.org/officeDocument/2006/relationships/tags" Target="../tags/tag11.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3.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4.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6.xml"/><Relationship Id="rId1" Type="http://schemas.openxmlformats.org/officeDocument/2006/relationships/tags" Target="../tags/tag15.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descr="雅典学院"/>
          <p:cNvPicPr>
            <a:picLocks noChangeAspect="1"/>
          </p:cNvPicPr>
          <p:nvPr/>
        </p:nvPicPr>
        <p:blipFill>
          <a:blip r:embed="rId1"/>
          <a:srcRect l="-6722" t="3358" r="-504" b="-28427"/>
          <a:stretch>
            <a:fillRect/>
          </a:stretch>
        </p:blipFill>
        <p:spPr>
          <a:xfrm>
            <a:off x="-791845" y="-575945"/>
            <a:ext cx="13788000" cy="10698718"/>
          </a:xfrm>
          <a:prstGeom prst="rect">
            <a:avLst/>
          </a:prstGeom>
        </p:spPr>
      </p:pic>
    </p:spTree>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4" name="文本框 1"/>
          <p:cNvSpPr txBox="1"/>
          <p:nvPr/>
        </p:nvSpPr>
        <p:spPr bwMode="auto">
          <a:xfrm>
            <a:off x="-287655" y="1008380"/>
            <a:ext cx="12811760" cy="3402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a:defRPr sz="2000">
                <a:solidFill>
                  <a:schemeClr val="tx1"/>
                </a:solidFill>
                <a:latin typeface="Arial" charset="0"/>
                <a:ea typeface="宋体" charset="-122"/>
              </a:defRPr>
            </a:lvl1pPr>
            <a:lvl2pPr marL="742950" indent="-285750">
              <a:defRPr sz="2000">
                <a:solidFill>
                  <a:schemeClr val="tx1"/>
                </a:solidFill>
                <a:latin typeface="Arial" charset="0"/>
                <a:ea typeface="宋体" charset="-122"/>
              </a:defRPr>
            </a:lvl2pPr>
            <a:lvl3pPr marL="1143000" indent="-228600">
              <a:defRPr sz="2000">
                <a:solidFill>
                  <a:schemeClr val="tx1"/>
                </a:solidFill>
                <a:latin typeface="Arial" charset="0"/>
                <a:ea typeface="宋体" charset="-122"/>
              </a:defRPr>
            </a:lvl3pPr>
            <a:lvl4pPr marL="1600200" indent="-228600">
              <a:defRPr sz="2000">
                <a:solidFill>
                  <a:schemeClr val="tx1"/>
                </a:solidFill>
                <a:latin typeface="Arial" charset="0"/>
                <a:ea typeface="宋体" charset="-122"/>
              </a:defRPr>
            </a:lvl4pPr>
            <a:lvl5pPr marL="2057400" indent="-22860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algn="ctr" eaLnBrk="1" hangingPunct="1">
              <a:lnSpc>
                <a:spcPct val="150000"/>
              </a:lnSpc>
              <a:buFont typeface="Arial" charset="0"/>
              <a:buNone/>
            </a:pPr>
            <a:r>
              <a:rPr lang="en-US" altLang="zh-CN" sz="3200" b="1" dirty="0">
                <a:solidFill>
                  <a:srgbClr val="88211A"/>
                </a:solidFill>
                <a:latin typeface="微软雅黑" pitchFamily="34" charset="-122"/>
                <a:ea typeface="微软雅黑" pitchFamily="34" charset="-122"/>
              </a:rPr>
              <a:t>”</a:t>
            </a:r>
            <a:r>
              <a:rPr lang="zh-CN" altLang="en-US" sz="3200" b="1" dirty="0">
                <a:solidFill>
                  <a:srgbClr val="88211A"/>
                </a:solidFill>
                <a:latin typeface="微软雅黑" pitchFamily="34" charset="-122"/>
                <a:ea typeface="微软雅黑" pitchFamily="34" charset="-122"/>
              </a:rPr>
              <a:t>Plato is dear to me,but dearer still is truth</a:t>
            </a:r>
            <a:r>
              <a:rPr lang="en-US" altLang="zh-CN" sz="3200" b="1" dirty="0">
                <a:solidFill>
                  <a:srgbClr val="88211A"/>
                </a:solidFill>
                <a:latin typeface="微软雅黑" pitchFamily="34" charset="-122"/>
                <a:ea typeface="微软雅黑" pitchFamily="34" charset="-122"/>
              </a:rPr>
              <a:t>.“</a:t>
            </a:r>
            <a:endParaRPr lang="zh-CN" altLang="en-US" sz="3200" b="1" dirty="0">
              <a:solidFill>
                <a:srgbClr val="88211A"/>
              </a:solidFill>
              <a:latin typeface="微软雅黑" pitchFamily="34" charset="-122"/>
              <a:ea typeface="微软雅黑" pitchFamily="34" charset="-122"/>
            </a:endParaRPr>
          </a:p>
          <a:p>
            <a:pPr algn="ctr" eaLnBrk="1" hangingPunct="1">
              <a:lnSpc>
                <a:spcPct val="150000"/>
              </a:lnSpc>
              <a:buFont typeface="Arial" charset="0"/>
              <a:buNone/>
            </a:pPr>
            <a:r>
              <a:rPr lang="zh-CN" altLang="en-US" sz="3200" b="1" dirty="0">
                <a:solidFill>
                  <a:srgbClr val="88211A"/>
                </a:solidFill>
                <a:latin typeface="微软雅黑" pitchFamily="34" charset="-122"/>
                <a:ea typeface="微软雅黑" pitchFamily="34" charset="-122"/>
              </a:rPr>
              <a:t>“吾爱吾师，吾更爱真理</a:t>
            </a:r>
            <a:r>
              <a:rPr lang="en-US" altLang="zh-CN" sz="3200" b="1" dirty="0">
                <a:solidFill>
                  <a:srgbClr val="88211A"/>
                </a:solidFill>
                <a:latin typeface="微软雅黑" pitchFamily="34" charset="-122"/>
                <a:ea typeface="微软雅黑" pitchFamily="34" charset="-122"/>
              </a:rPr>
              <a:t>“</a:t>
            </a:r>
            <a:endParaRPr lang="zh-CN" altLang="en-US" sz="3200" b="1" dirty="0">
              <a:solidFill>
                <a:srgbClr val="88211A"/>
              </a:solidFill>
              <a:latin typeface="微软雅黑" pitchFamily="34" charset="-122"/>
              <a:ea typeface="微软雅黑" pitchFamily="34" charset="-122"/>
            </a:endParaRPr>
          </a:p>
          <a:p>
            <a:pPr algn="ctr" eaLnBrk="1" hangingPunct="1">
              <a:lnSpc>
                <a:spcPct val="150000"/>
              </a:lnSpc>
              <a:buFont typeface="Arial" charset="0"/>
              <a:buNone/>
            </a:pPr>
            <a:r>
              <a:rPr lang="en-US" altLang="zh-CN" sz="2800" b="1" dirty="0">
                <a:solidFill>
                  <a:srgbClr val="88211A"/>
                </a:solidFill>
                <a:latin typeface="微软雅黑" pitchFamily="34" charset="-122"/>
                <a:ea typeface="微软雅黑" pitchFamily="34" charset="-122"/>
              </a:rPr>
              <a:t>                                                                                        </a:t>
            </a:r>
            <a:r>
              <a:rPr lang="zh-CN" altLang="en-US" sz="2800" b="1" dirty="0">
                <a:solidFill>
                  <a:srgbClr val="88211A"/>
                </a:solidFill>
                <a:latin typeface="微软雅黑" pitchFamily="34" charset="-122"/>
                <a:ea typeface="微软雅黑" pitchFamily="34" charset="-122"/>
              </a:rPr>
              <a:t>亚里士多德</a:t>
            </a:r>
            <a:endParaRPr lang="zh-CN" altLang="en-US" sz="2800" b="1" dirty="0">
              <a:solidFill>
                <a:srgbClr val="88211A"/>
              </a:solidFill>
              <a:latin typeface="微软雅黑" pitchFamily="34" charset="-122"/>
              <a:ea typeface="微软雅黑" pitchFamily="34" charset="-122"/>
            </a:endParaRPr>
          </a:p>
        </p:txBody>
      </p:sp>
      <p:sp>
        <p:nvSpPr>
          <p:cNvPr id="5" name="文本框 4"/>
          <p:cNvSpPr txBox="1"/>
          <p:nvPr/>
        </p:nvSpPr>
        <p:spPr>
          <a:xfrm>
            <a:off x="3752850" y="5674360"/>
            <a:ext cx="5320030" cy="398780"/>
          </a:xfrm>
          <a:prstGeom prst="rect">
            <a:avLst/>
          </a:prstGeom>
          <a:noFill/>
        </p:spPr>
        <p:txBody>
          <a:bodyPr wrap="square" rtlCol="0">
            <a:spAutoFit/>
          </a:bodyPr>
          <a:p>
            <a:r>
              <a:rPr lang="zh-CN" altLang="en-US"/>
              <a:t>主讲人：魏浩、代秉欣</a:t>
            </a:r>
            <a:endParaRPr lang="zh-CN" altLang="en-US"/>
          </a:p>
        </p:txBody>
      </p:sp>
    </p:spTree>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p:nvPr>
            <p:ph type="ctrTitle"/>
          </p:nvPr>
        </p:nvSpPr>
        <p:spPr>
          <a:xfrm>
            <a:off x="1224042" y="72311"/>
            <a:ext cx="9721691" cy="2506980"/>
          </a:xfrm>
        </p:spPr>
        <p:txBody>
          <a:bodyPr/>
          <a:p>
            <a:r>
              <a:rPr lang="en-US" altLang="zh-CN" dirty="0">
                <a:solidFill>
                  <a:schemeClr val="tx1"/>
                </a:solidFill>
                <a:effectLst>
                  <a:outerShdw blurRad="38100" dist="19050" dir="2700000" algn="tl" rotWithShape="0">
                    <a:schemeClr val="dk1">
                      <a:alpha val="40000"/>
                    </a:schemeClr>
                  </a:outerShdw>
                </a:effectLst>
                <a:sym typeface="+mn-ea"/>
              </a:rPr>
              <a:t>Content</a:t>
            </a:r>
            <a:endParaRPr lang="en-US" altLang="zh-CN" dirty="0">
              <a:solidFill>
                <a:schemeClr val="tx1"/>
              </a:solidFill>
              <a:effectLst>
                <a:outerShdw blurRad="38100" dist="19050" dir="2700000" algn="tl" rotWithShape="0">
                  <a:schemeClr val="dk1">
                    <a:alpha val="40000"/>
                  </a:schemeClr>
                </a:outerShdw>
              </a:effectLst>
              <a:sym typeface="+mn-ea"/>
            </a:endParaRPr>
          </a:p>
        </p:txBody>
      </p:sp>
      <p:sp>
        <p:nvSpPr>
          <p:cNvPr id="8" name="Ellipse 60_#color-2097&amp;3799"/>
          <p:cNvSpPr/>
          <p:nvPr>
            <p:custDataLst>
              <p:tags r:id="rId1"/>
            </p:custDataLst>
          </p:nvPr>
        </p:nvSpPr>
        <p:spPr>
          <a:xfrm>
            <a:off x="9536217" y="2926907"/>
            <a:ext cx="1167873" cy="1167873"/>
          </a:xfrm>
          <a:prstGeom prst="ellipse">
            <a:avLst/>
          </a:prstGeom>
          <a:solidFill>
            <a:schemeClr val="tx2"/>
          </a:solidFill>
          <a:ln>
            <a:noFill/>
          </a:ln>
        </p:spPr>
        <p:style>
          <a:lnRef idx="2">
            <a:schemeClr val="accent1">
              <a:lumMod val="75000"/>
            </a:schemeClr>
          </a:lnRef>
          <a:fillRef idx="1">
            <a:schemeClr val="accent1"/>
          </a:fillRef>
          <a:effectRef idx="0">
            <a:srgbClr val="FFFFFF"/>
          </a:effectRef>
          <a:fontRef idx="minor">
            <a:schemeClr val="lt1"/>
          </a:fontRef>
        </p:style>
        <p:txBody>
          <a:bodyPr wrap="none" lIns="0" tIns="108000" rIns="0" bIns="0"/>
          <a:p>
            <a:pPr algn="ctr"/>
            <a:r>
              <a:rPr lang="en-US" altLang="zh-CN" sz="4000" b="1">
                <a:solidFill>
                  <a:schemeClr val="bg2"/>
                </a:solidFill>
                <a:latin typeface="微软雅黑" pitchFamily="34" charset="-122"/>
                <a:ea typeface="微软雅黑" pitchFamily="34" charset="-122"/>
              </a:rPr>
              <a:t>04</a:t>
            </a:r>
            <a:endParaRPr lang="zh-CN" altLang="zh-CN" sz="4000" b="1">
              <a:solidFill>
                <a:schemeClr val="bg2"/>
              </a:solidFill>
              <a:latin typeface="微软雅黑" pitchFamily="34" charset="-122"/>
              <a:ea typeface="微软雅黑" pitchFamily="34" charset="-122"/>
            </a:endParaRPr>
          </a:p>
        </p:txBody>
      </p:sp>
      <p:sp>
        <p:nvSpPr>
          <p:cNvPr id="9" name="Ellipse 60_#color-2097&amp;3799"/>
          <p:cNvSpPr/>
          <p:nvPr>
            <p:custDataLst>
              <p:tags r:id="rId2"/>
            </p:custDataLst>
          </p:nvPr>
        </p:nvSpPr>
        <p:spPr>
          <a:xfrm>
            <a:off x="1425986" y="2926907"/>
            <a:ext cx="1167873" cy="1167873"/>
          </a:xfrm>
          <a:prstGeom prst="ellipse">
            <a:avLst/>
          </a:prstGeom>
          <a:solidFill>
            <a:schemeClr val="tx2"/>
          </a:solidFill>
          <a:ln>
            <a:noFill/>
          </a:ln>
        </p:spPr>
        <p:style>
          <a:lnRef idx="2">
            <a:schemeClr val="accent1">
              <a:lumMod val="75000"/>
            </a:schemeClr>
          </a:lnRef>
          <a:fillRef idx="1">
            <a:schemeClr val="accent1"/>
          </a:fillRef>
          <a:effectRef idx="0">
            <a:srgbClr val="FFFFFF"/>
          </a:effectRef>
          <a:fontRef idx="minor">
            <a:schemeClr val="lt1"/>
          </a:fontRef>
        </p:style>
        <p:txBody>
          <a:bodyPr wrap="none" lIns="0" tIns="108000" rIns="0" bIns="0"/>
          <a:p>
            <a:pPr algn="ctr"/>
            <a:r>
              <a:rPr lang="en-US" altLang="zh-CN" sz="4000" b="1">
                <a:solidFill>
                  <a:schemeClr val="bg2"/>
                </a:solidFill>
                <a:latin typeface="微软雅黑" pitchFamily="34" charset="-122"/>
                <a:ea typeface="微软雅黑" pitchFamily="34" charset="-122"/>
              </a:rPr>
              <a:t>01</a:t>
            </a:r>
            <a:endParaRPr lang="zh-CN" altLang="zh-CN" sz="4000" b="1">
              <a:solidFill>
                <a:schemeClr val="bg2"/>
              </a:solidFill>
              <a:latin typeface="微软雅黑" pitchFamily="34" charset="-122"/>
              <a:ea typeface="微软雅黑" pitchFamily="34" charset="-122"/>
            </a:endParaRPr>
          </a:p>
        </p:txBody>
      </p:sp>
      <p:sp>
        <p:nvSpPr>
          <p:cNvPr id="10" name="项标题"/>
          <p:cNvSpPr txBox="1"/>
          <p:nvPr>
            <p:custDataLst>
              <p:tags r:id="rId3"/>
            </p:custDataLst>
          </p:nvPr>
        </p:nvSpPr>
        <p:spPr>
          <a:xfrm>
            <a:off x="1001417" y="4312683"/>
            <a:ext cx="2017010" cy="2225519"/>
          </a:xfrm>
          <a:prstGeom prst="rect">
            <a:avLst/>
          </a:prstGeom>
          <a:noFill/>
        </p:spPr>
        <p:txBody>
          <a:bodyPr wrap="square" lIns="0" tIns="0" rIns="0" bIns="0" rtlCol="0" anchor="t">
            <a:normAutofit/>
          </a:bodyPr>
          <a:p>
            <a:pPr algn="ctr">
              <a:lnSpc>
                <a:spcPct val="150000"/>
              </a:lnSpc>
            </a:pPr>
            <a:r>
              <a:rPr lang="zh-CN" altLang="en-US" sz="2800" dirty="0">
                <a:solidFill>
                  <a:schemeClr val="tx2"/>
                </a:solidFill>
                <a:uFillTx/>
                <a:latin typeface="+中文正文" charset="0"/>
              </a:rPr>
              <a:t>生平</a:t>
            </a:r>
            <a:r>
              <a:rPr lang="zh-CN" altLang="en-US" sz="2800" dirty="0">
                <a:solidFill>
                  <a:schemeClr val="tx2"/>
                </a:solidFill>
                <a:uFillTx/>
                <a:latin typeface="+中文正文" charset="0"/>
              </a:rPr>
              <a:t>简介</a:t>
            </a:r>
            <a:endParaRPr lang="zh-CN" altLang="en-US" sz="2800" dirty="0">
              <a:solidFill>
                <a:schemeClr val="tx2"/>
              </a:solidFill>
              <a:uFillTx/>
              <a:latin typeface="+中文正文" charset="0"/>
            </a:endParaRPr>
          </a:p>
        </p:txBody>
      </p:sp>
      <p:sp>
        <p:nvSpPr>
          <p:cNvPr id="11" name="Ellipse 60_#color-2097&amp;3799"/>
          <p:cNvSpPr/>
          <p:nvPr>
            <p:custDataLst>
              <p:tags r:id="rId4"/>
            </p:custDataLst>
          </p:nvPr>
        </p:nvSpPr>
        <p:spPr>
          <a:xfrm>
            <a:off x="6832600" y="2933700"/>
            <a:ext cx="1167765" cy="1160780"/>
          </a:xfrm>
          <a:prstGeom prst="ellipse">
            <a:avLst/>
          </a:prstGeom>
          <a:solidFill>
            <a:schemeClr val="tx2"/>
          </a:solidFill>
          <a:ln>
            <a:noFill/>
          </a:ln>
        </p:spPr>
        <p:style>
          <a:lnRef idx="2">
            <a:schemeClr val="accent1">
              <a:lumMod val="75000"/>
            </a:schemeClr>
          </a:lnRef>
          <a:fillRef idx="1">
            <a:schemeClr val="accent1"/>
          </a:fillRef>
          <a:effectRef idx="0">
            <a:srgbClr val="FFFFFF"/>
          </a:effectRef>
          <a:fontRef idx="minor">
            <a:schemeClr val="lt1"/>
          </a:fontRef>
        </p:style>
        <p:txBody>
          <a:bodyPr wrap="none" lIns="0" tIns="108000" rIns="0" bIns="0"/>
          <a:p>
            <a:pPr algn="ctr"/>
            <a:r>
              <a:rPr lang="en-US" altLang="zh-CN" sz="4000" b="1">
                <a:solidFill>
                  <a:schemeClr val="bg2"/>
                </a:solidFill>
                <a:latin typeface="微软雅黑" pitchFamily="34" charset="-122"/>
                <a:ea typeface="微软雅黑" pitchFamily="34" charset="-122"/>
              </a:rPr>
              <a:t>03</a:t>
            </a:r>
            <a:endParaRPr lang="zh-CN" altLang="zh-CN" sz="4000" b="1">
              <a:solidFill>
                <a:schemeClr val="bg2"/>
              </a:solidFill>
              <a:latin typeface="微软雅黑" pitchFamily="34" charset="-122"/>
              <a:ea typeface="微软雅黑" pitchFamily="34" charset="-122"/>
            </a:endParaRPr>
          </a:p>
        </p:txBody>
      </p:sp>
      <p:sp>
        <p:nvSpPr>
          <p:cNvPr id="12" name="项标题"/>
          <p:cNvSpPr txBox="1"/>
          <p:nvPr>
            <p:custDataLst>
              <p:tags r:id="rId5"/>
            </p:custDataLst>
          </p:nvPr>
        </p:nvSpPr>
        <p:spPr>
          <a:xfrm>
            <a:off x="9111649" y="4312683"/>
            <a:ext cx="2017010" cy="2225519"/>
          </a:xfrm>
          <a:prstGeom prst="rect">
            <a:avLst/>
          </a:prstGeom>
          <a:noFill/>
        </p:spPr>
        <p:txBody>
          <a:bodyPr wrap="square" lIns="0" tIns="0" rIns="0" bIns="0" rtlCol="0" anchor="t">
            <a:normAutofit/>
          </a:bodyPr>
          <a:p>
            <a:pPr algn="ctr">
              <a:lnSpc>
                <a:spcPct val="150000"/>
              </a:lnSpc>
            </a:pPr>
            <a:r>
              <a:rPr lang="zh-CN" altLang="en-US" sz="2800" dirty="0">
                <a:solidFill>
                  <a:schemeClr val="tx2"/>
                </a:solidFill>
                <a:uFillTx/>
                <a:latin typeface="+中文正文" charset="0"/>
              </a:rPr>
              <a:t>结语</a:t>
            </a:r>
            <a:endParaRPr lang="zh-CN" altLang="en-US" sz="2800" dirty="0">
              <a:solidFill>
                <a:schemeClr val="tx2"/>
              </a:solidFill>
              <a:uFillTx/>
              <a:latin typeface="+中文正文" charset="0"/>
            </a:endParaRPr>
          </a:p>
        </p:txBody>
      </p:sp>
      <p:sp>
        <p:nvSpPr>
          <p:cNvPr id="13" name="Ellipse 60_#color-2097&amp;3799"/>
          <p:cNvSpPr/>
          <p:nvPr>
            <p:custDataLst>
              <p:tags r:id="rId6"/>
            </p:custDataLst>
          </p:nvPr>
        </p:nvSpPr>
        <p:spPr>
          <a:xfrm>
            <a:off x="4129396" y="2926907"/>
            <a:ext cx="1167873" cy="1167873"/>
          </a:xfrm>
          <a:prstGeom prst="ellipse">
            <a:avLst/>
          </a:prstGeom>
          <a:solidFill>
            <a:schemeClr val="tx2"/>
          </a:solidFill>
          <a:ln>
            <a:noFill/>
          </a:ln>
        </p:spPr>
        <p:style>
          <a:lnRef idx="2">
            <a:schemeClr val="accent1">
              <a:lumMod val="75000"/>
            </a:schemeClr>
          </a:lnRef>
          <a:fillRef idx="1">
            <a:schemeClr val="accent1"/>
          </a:fillRef>
          <a:effectRef idx="0">
            <a:srgbClr val="FFFFFF"/>
          </a:effectRef>
          <a:fontRef idx="minor">
            <a:schemeClr val="lt1"/>
          </a:fontRef>
        </p:style>
        <p:txBody>
          <a:bodyPr wrap="none" lIns="0" tIns="108000" rIns="0" bIns="0"/>
          <a:p>
            <a:pPr algn="ctr"/>
            <a:r>
              <a:rPr lang="en-US" altLang="zh-CN" sz="4000" b="1">
                <a:solidFill>
                  <a:schemeClr val="bg2"/>
                </a:solidFill>
                <a:latin typeface="微软雅黑" pitchFamily="34" charset="-122"/>
                <a:ea typeface="微软雅黑" pitchFamily="34" charset="-122"/>
              </a:rPr>
              <a:t>02</a:t>
            </a:r>
            <a:endParaRPr lang="zh-CN" altLang="zh-CN" sz="4000" b="1">
              <a:solidFill>
                <a:schemeClr val="bg2"/>
              </a:solidFill>
              <a:latin typeface="微软雅黑" pitchFamily="34" charset="-122"/>
              <a:ea typeface="微软雅黑" pitchFamily="34" charset="-122"/>
            </a:endParaRPr>
          </a:p>
        </p:txBody>
      </p:sp>
      <p:sp>
        <p:nvSpPr>
          <p:cNvPr id="14" name="项标题"/>
          <p:cNvSpPr txBox="1"/>
          <p:nvPr>
            <p:custDataLst>
              <p:tags r:id="rId7"/>
            </p:custDataLst>
          </p:nvPr>
        </p:nvSpPr>
        <p:spPr>
          <a:xfrm>
            <a:off x="6408238" y="4312683"/>
            <a:ext cx="2017010" cy="2225519"/>
          </a:xfrm>
          <a:prstGeom prst="rect">
            <a:avLst/>
          </a:prstGeom>
          <a:noFill/>
        </p:spPr>
        <p:txBody>
          <a:bodyPr wrap="square" lIns="0" tIns="0" rIns="0" bIns="0" rtlCol="0" anchor="t">
            <a:normAutofit/>
          </a:bodyPr>
          <a:p>
            <a:pPr algn="ctr">
              <a:lnSpc>
                <a:spcPct val="150000"/>
              </a:lnSpc>
            </a:pPr>
            <a:r>
              <a:rPr lang="zh-CN" altLang="en-US" sz="2800" dirty="0">
                <a:solidFill>
                  <a:schemeClr val="tx2"/>
                </a:solidFill>
                <a:uFillTx/>
                <a:latin typeface="+中文正文" charset="0"/>
              </a:rPr>
              <a:t>主要思想</a:t>
            </a:r>
            <a:endParaRPr lang="zh-CN" altLang="en-US" sz="2800" dirty="0">
              <a:solidFill>
                <a:schemeClr val="tx2"/>
              </a:solidFill>
              <a:uFillTx/>
              <a:latin typeface="+中文正文" charset="0"/>
            </a:endParaRPr>
          </a:p>
        </p:txBody>
      </p:sp>
      <p:sp>
        <p:nvSpPr>
          <p:cNvPr id="15" name="项标题"/>
          <p:cNvSpPr txBox="1"/>
          <p:nvPr>
            <p:custDataLst>
              <p:tags r:id="rId8"/>
            </p:custDataLst>
          </p:nvPr>
        </p:nvSpPr>
        <p:spPr>
          <a:xfrm>
            <a:off x="3704828" y="4312683"/>
            <a:ext cx="2017010" cy="2225519"/>
          </a:xfrm>
          <a:prstGeom prst="rect">
            <a:avLst/>
          </a:prstGeom>
          <a:noFill/>
        </p:spPr>
        <p:txBody>
          <a:bodyPr wrap="square" lIns="0" tIns="0" rIns="0" bIns="0" rtlCol="0" anchor="t">
            <a:normAutofit/>
          </a:bodyPr>
          <a:p>
            <a:pPr algn="ctr">
              <a:lnSpc>
                <a:spcPct val="150000"/>
              </a:lnSpc>
            </a:pPr>
            <a:r>
              <a:rPr lang="zh-CN" altLang="en-US" sz="2800" dirty="0">
                <a:solidFill>
                  <a:schemeClr val="tx2"/>
                </a:solidFill>
                <a:uFillTx/>
                <a:latin typeface="+中文正文" charset="0"/>
              </a:rPr>
              <a:t>主要成就</a:t>
            </a:r>
            <a:endParaRPr lang="zh-CN" altLang="en-US" sz="2800" dirty="0">
              <a:solidFill>
                <a:schemeClr val="tx2"/>
              </a:solidFill>
              <a:uFillTx/>
              <a:latin typeface="+中文正文" charset="0"/>
            </a:endParaRPr>
          </a:p>
        </p:txBody>
      </p:sp>
    </p:spTree>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 name="Ellipse 60_#color-2097&amp;3799"/>
          <p:cNvSpPr/>
          <p:nvPr>
            <p:custDataLst>
              <p:tags r:id="rId1"/>
            </p:custDataLst>
          </p:nvPr>
        </p:nvSpPr>
        <p:spPr>
          <a:xfrm>
            <a:off x="5832251" y="792672"/>
            <a:ext cx="1167873" cy="1167873"/>
          </a:xfrm>
          <a:prstGeom prst="ellipse">
            <a:avLst/>
          </a:prstGeom>
        </p:spPr>
        <p:style>
          <a:lnRef idx="0">
            <a:srgbClr val="FFFFFF"/>
          </a:lnRef>
          <a:fillRef idx="1">
            <a:schemeClr val="accent1"/>
          </a:fillRef>
          <a:effectRef idx="0">
            <a:srgbClr val="FFFFFF"/>
          </a:effectRef>
          <a:fontRef idx="minor">
            <a:schemeClr val="lt1"/>
          </a:fontRef>
        </p:style>
        <p:txBody>
          <a:bodyPr wrap="none" lIns="0" tIns="108000" rIns="0" bIns="0"/>
          <a:p>
            <a:pPr algn="ctr"/>
            <a:r>
              <a:rPr lang="en-US" altLang="zh-CN" sz="4000" b="1">
                <a:solidFill>
                  <a:schemeClr val="bg2"/>
                </a:solidFill>
                <a:latin typeface="微软雅黑" pitchFamily="34" charset="-122"/>
                <a:ea typeface="微软雅黑" pitchFamily="34" charset="-122"/>
              </a:rPr>
              <a:t>1</a:t>
            </a:r>
            <a:endParaRPr lang="zh-CN" altLang="zh-CN" sz="4000" b="1">
              <a:solidFill>
                <a:schemeClr val="bg2"/>
              </a:solidFill>
              <a:latin typeface="微软雅黑" pitchFamily="34" charset="-122"/>
              <a:ea typeface="微软雅黑" pitchFamily="34" charset="-122"/>
            </a:endParaRPr>
          </a:p>
        </p:txBody>
      </p:sp>
      <p:sp>
        <p:nvSpPr>
          <p:cNvPr id="3" name="文本框 2"/>
          <p:cNvSpPr txBox="1"/>
          <p:nvPr/>
        </p:nvSpPr>
        <p:spPr>
          <a:xfrm>
            <a:off x="504190" y="2432685"/>
            <a:ext cx="2385060" cy="4116070"/>
          </a:xfrm>
          <a:prstGeom prst="rect">
            <a:avLst/>
          </a:prstGeom>
          <a:noFill/>
        </p:spPr>
        <p:txBody>
          <a:bodyPr wrap="square" rtlCol="0">
            <a:noAutofit/>
          </a:bodyPr>
          <a:p>
            <a:r>
              <a:rPr lang="en-US" altLang="zh-CN" sz="3200"/>
              <a:t>  </a:t>
            </a:r>
            <a:r>
              <a:rPr lang="zh-CN" altLang="en-US" sz="3200"/>
              <a:t>幼年期</a:t>
            </a:r>
            <a:endParaRPr lang="zh-CN" altLang="en-US" sz="3200"/>
          </a:p>
          <a:p>
            <a:r>
              <a:rPr lang="zh-CN" altLang="en-US"/>
              <a:t>Aristotle was born into a medical family in northern Greece, and his exposure to medicine from an early age developed his </a:t>
            </a:r>
            <a:r>
              <a:rPr lang="zh-CN" altLang="en-US">
                <a:solidFill>
                  <a:schemeClr val="accent1"/>
                </a:solidFill>
                <a:effectLst>
                  <a:outerShdw blurRad="38100" dist="25400" dir="5400000" algn="ctr" rotWithShape="0">
                    <a:srgbClr val="6E747A">
                      <a:alpha val="43000"/>
                    </a:srgbClr>
                  </a:outerShdw>
                </a:effectLst>
              </a:rPr>
              <a:t>perceptive</a:t>
            </a:r>
            <a:r>
              <a:rPr lang="zh-CN" altLang="en-US"/>
              <a:t>（感知力的） observational, collecting and sharing abilities,</a:t>
            </a:r>
            <a:endParaRPr lang="zh-CN" altLang="en-US"/>
          </a:p>
        </p:txBody>
      </p:sp>
      <p:sp>
        <p:nvSpPr>
          <p:cNvPr id="6" name="文本框 5"/>
          <p:cNvSpPr txBox="1"/>
          <p:nvPr/>
        </p:nvSpPr>
        <p:spPr>
          <a:xfrm>
            <a:off x="3312160" y="2432685"/>
            <a:ext cx="2613660" cy="4279900"/>
          </a:xfrm>
          <a:prstGeom prst="rect">
            <a:avLst/>
          </a:prstGeom>
          <a:noFill/>
        </p:spPr>
        <p:txBody>
          <a:bodyPr wrap="square" rtlCol="0">
            <a:noAutofit/>
          </a:bodyPr>
          <a:p>
            <a:r>
              <a:rPr lang="zh-CN" altLang="en-US" sz="3200"/>
              <a:t>学习期</a:t>
            </a:r>
            <a:endParaRPr lang="zh-CN" altLang="en-US" sz="3200"/>
          </a:p>
          <a:p>
            <a:r>
              <a:rPr lang="zh-CN" altLang="en-US" sz="1800"/>
              <a:t>In the study life of Plato's Academy, he was called "the spirit of the school" by Plato because of his talent and diligence. In the pursuit of knowledge and truth, never blindly following authority, never hiding his differences of opinion from others, so Plato said to Aristotle, "I will put a </a:t>
            </a:r>
            <a:r>
              <a:rPr lang="zh-CN" altLang="en-US" sz="1800">
                <a:solidFill>
                  <a:schemeClr val="accent1"/>
                </a:solidFill>
                <a:effectLst>
                  <a:outerShdw blurRad="38100" dist="25400" dir="5400000" algn="ctr" rotWithShape="0">
                    <a:srgbClr val="6E747A">
                      <a:alpha val="43000"/>
                    </a:srgbClr>
                  </a:outerShdw>
                </a:effectLst>
              </a:rPr>
              <a:t>bridle</a:t>
            </a:r>
            <a:r>
              <a:rPr lang="zh-CN" altLang="en-US" sz="1800"/>
              <a:t>（缰绳） on you."</a:t>
            </a:r>
            <a:endParaRPr lang="zh-CN" altLang="en-US" sz="1800"/>
          </a:p>
        </p:txBody>
      </p:sp>
      <p:sp>
        <p:nvSpPr>
          <p:cNvPr id="7" name="文本框 6"/>
          <p:cNvSpPr txBox="1"/>
          <p:nvPr/>
        </p:nvSpPr>
        <p:spPr>
          <a:xfrm>
            <a:off x="6409055" y="2432685"/>
            <a:ext cx="2777490" cy="4739005"/>
          </a:xfrm>
          <a:prstGeom prst="rect">
            <a:avLst/>
          </a:prstGeom>
          <a:noFill/>
        </p:spPr>
        <p:txBody>
          <a:bodyPr wrap="square" rtlCol="0">
            <a:spAutoFit/>
          </a:bodyPr>
          <a:p>
            <a:r>
              <a:rPr lang="zh-CN" altLang="en-US" sz="3200"/>
              <a:t>游历期</a:t>
            </a:r>
            <a:endParaRPr lang="zh-CN" altLang="en-US" sz="3200"/>
          </a:p>
          <a:p>
            <a:r>
              <a:rPr lang="zh-CN" altLang="en-US" sz="1800"/>
              <a:t>After Plato's death, Aristotle chose to leave Athens, travel, and was soon invited to teach 13-year-old Alexander, who </a:t>
            </a:r>
            <a:r>
              <a:rPr lang="zh-CN" altLang="en-US" sz="1800">
                <a:solidFill>
                  <a:schemeClr val="accent1"/>
                </a:solidFill>
                <a:effectLst>
                  <a:outerShdw blurRad="38100" dist="25400" dir="5400000" algn="ctr" rotWithShape="0">
                    <a:srgbClr val="6E747A">
                      <a:alpha val="43000"/>
                    </a:srgbClr>
                  </a:outerShdw>
                </a:effectLst>
              </a:rPr>
              <a:t>took the throne</a:t>
            </a:r>
            <a:r>
              <a:rPr lang="zh-CN" altLang="en-US" sz="1800"/>
              <a:t>（登上王位） a few years later, because alexander often worried about state affairs, which led to the interruption of his studies, his teacher-student relationship with aristotle only lasted for eight years</a:t>
            </a:r>
            <a:endParaRPr lang="zh-CN" altLang="en-US" sz="1800"/>
          </a:p>
        </p:txBody>
      </p:sp>
      <p:sp>
        <p:nvSpPr>
          <p:cNvPr id="10" name="文本框 9"/>
          <p:cNvSpPr txBox="1"/>
          <p:nvPr/>
        </p:nvSpPr>
        <p:spPr>
          <a:xfrm>
            <a:off x="9866630" y="2646680"/>
            <a:ext cx="2069465" cy="398780"/>
          </a:xfrm>
          <a:prstGeom prst="rect">
            <a:avLst/>
          </a:prstGeom>
          <a:noFill/>
        </p:spPr>
        <p:txBody>
          <a:bodyPr wrap="square" rtlCol="0">
            <a:spAutoFit/>
          </a:bodyPr>
          <a:p>
            <a:endParaRPr lang="zh-CN" altLang="en-US"/>
          </a:p>
        </p:txBody>
      </p:sp>
      <p:sp>
        <p:nvSpPr>
          <p:cNvPr id="11" name="文本框 10"/>
          <p:cNvSpPr txBox="1"/>
          <p:nvPr/>
        </p:nvSpPr>
        <p:spPr>
          <a:xfrm>
            <a:off x="9432925" y="2447925"/>
            <a:ext cx="3048635" cy="4184650"/>
          </a:xfrm>
          <a:prstGeom prst="rect">
            <a:avLst/>
          </a:prstGeom>
          <a:noFill/>
        </p:spPr>
        <p:txBody>
          <a:bodyPr wrap="square" rtlCol="0">
            <a:spAutoFit/>
          </a:bodyPr>
          <a:p>
            <a:r>
              <a:rPr lang="zh-CN" altLang="en-US" sz="3200"/>
              <a:t>教学期</a:t>
            </a:r>
            <a:endParaRPr lang="zh-CN" altLang="en-US" sz="3200"/>
          </a:p>
          <a:p>
            <a:r>
              <a:rPr lang="zh-CN" altLang="en-US" sz="1800"/>
              <a:t>Aristotle returned to Athens and established his own school, the Lyceum, during which he taught and wrote philosophical works. It is said that Aristotle had a habit of "walking in the </a:t>
            </a:r>
            <a:r>
              <a:rPr lang="zh-CN" altLang="en-US" sz="1800">
                <a:solidFill>
                  <a:schemeClr val="accent1"/>
                </a:solidFill>
                <a:effectLst>
                  <a:outerShdw blurRad="38100" dist="25400" dir="5400000" algn="ctr" rotWithShape="0">
                    <a:srgbClr val="6E747A">
                      <a:alpha val="43000"/>
                    </a:srgbClr>
                  </a:outerShdw>
                </a:effectLst>
              </a:rPr>
              <a:t>corridors</a:t>
            </a:r>
            <a:r>
              <a:rPr lang="zh-CN" altLang="en-US" sz="1800"/>
              <a:t>（走廊） and gardens while he was lecturing", which is why, the philosophy of Lyceum is also known as "the philosophy of freedom" </a:t>
            </a:r>
            <a:endParaRPr lang="zh-CN" altLang="en-US" sz="1800"/>
          </a:p>
        </p:txBody>
      </p:sp>
    </p:spTree>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 name="Ellipse 60_#color-2097&amp;3799"/>
          <p:cNvSpPr/>
          <p:nvPr>
            <p:custDataLst>
              <p:tags r:id="rId1"/>
            </p:custDataLst>
          </p:nvPr>
        </p:nvSpPr>
        <p:spPr>
          <a:xfrm>
            <a:off x="5832466" y="792037"/>
            <a:ext cx="1167873" cy="1167873"/>
          </a:xfrm>
          <a:prstGeom prst="ellipse">
            <a:avLst/>
          </a:prstGeom>
        </p:spPr>
        <p:style>
          <a:lnRef idx="0">
            <a:srgbClr val="FFFFFF"/>
          </a:lnRef>
          <a:fillRef idx="1">
            <a:schemeClr val="accent1"/>
          </a:fillRef>
          <a:effectRef idx="0">
            <a:srgbClr val="FFFFFF"/>
          </a:effectRef>
          <a:fontRef idx="minor">
            <a:schemeClr val="lt1"/>
          </a:fontRef>
        </p:style>
        <p:txBody>
          <a:bodyPr wrap="none" lIns="0" tIns="108000" rIns="0" bIns="0"/>
          <a:p>
            <a:pPr algn="ctr"/>
            <a:r>
              <a:rPr lang="en-US" altLang="zh-CN" sz="4000" b="1">
                <a:solidFill>
                  <a:schemeClr val="bg2"/>
                </a:solidFill>
                <a:latin typeface="微软雅黑" pitchFamily="34" charset="-122"/>
                <a:ea typeface="微软雅黑" pitchFamily="34" charset="-122"/>
              </a:rPr>
              <a:t>2</a:t>
            </a:r>
            <a:endParaRPr lang="zh-CN" altLang="zh-CN" sz="4000" b="1">
              <a:solidFill>
                <a:schemeClr val="bg2"/>
              </a:solidFill>
              <a:latin typeface="微软雅黑" pitchFamily="34" charset="-122"/>
              <a:ea typeface="微软雅黑" pitchFamily="34" charset="-122"/>
            </a:endParaRPr>
          </a:p>
        </p:txBody>
      </p:sp>
      <p:sp>
        <p:nvSpPr>
          <p:cNvPr id="2" name="文本框 1"/>
          <p:cNvSpPr txBox="1"/>
          <p:nvPr/>
        </p:nvSpPr>
        <p:spPr>
          <a:xfrm>
            <a:off x="2232025" y="2592070"/>
            <a:ext cx="9109075" cy="3267710"/>
          </a:xfrm>
          <a:prstGeom prst="rect">
            <a:avLst/>
          </a:prstGeom>
          <a:noFill/>
        </p:spPr>
        <p:txBody>
          <a:bodyPr wrap="square" rtlCol="0" anchor="t">
            <a:noAutofit/>
          </a:bodyPr>
          <a:p>
            <a:r>
              <a:rPr lang="zh-CN" altLang="en-US" sz="3200"/>
              <a:t>Founded the disciplines of logic,</a:t>
            </a:r>
            <a:r>
              <a:rPr lang="zh-CN" altLang="en-US" sz="3200">
                <a:solidFill>
                  <a:schemeClr val="accent1"/>
                </a:solidFill>
                <a:effectLst>
                  <a:outerShdw blurRad="38100" dist="25400" dir="5400000" algn="ctr" rotWithShape="0">
                    <a:srgbClr val="6E747A">
                      <a:alpha val="43000"/>
                    </a:srgbClr>
                  </a:outerShdw>
                </a:effectLst>
              </a:rPr>
              <a:t> ethics</a:t>
            </a:r>
            <a:r>
              <a:rPr lang="zh-CN" altLang="en-US" sz="3200"/>
              <a:t>（</a:t>
            </a:r>
            <a:r>
              <a:rPr lang="zh-CN" altLang="en-US" sz="2400">
                <a:solidFill>
                  <a:schemeClr val="tx1"/>
                </a:solidFill>
                <a:effectLst>
                  <a:outerShdw blurRad="38100" dist="19050" dir="2700000" algn="tl" rotWithShape="0">
                    <a:schemeClr val="dk1">
                      <a:alpha val="40000"/>
                    </a:schemeClr>
                  </a:outerShdw>
                </a:effectLst>
              </a:rPr>
              <a:t>伦理</a:t>
            </a:r>
            <a:r>
              <a:rPr lang="zh-CN" altLang="en-US" sz="3200"/>
              <a:t>）, politics, and biology</a:t>
            </a:r>
            <a:endParaRPr lang="zh-CN" altLang="en-US" sz="3200"/>
          </a:p>
          <a:p>
            <a:r>
              <a:rPr lang="zh-CN" altLang="en-US" sz="3200"/>
              <a:t>Put forward the important concepts of </a:t>
            </a:r>
            <a:r>
              <a:rPr lang="zh-CN" altLang="en-US" sz="3200">
                <a:solidFill>
                  <a:schemeClr val="accent1"/>
                </a:solidFill>
                <a:effectLst>
                  <a:outerShdw blurRad="38100" dist="25400" dir="5400000" algn="ctr" rotWithShape="0">
                    <a:srgbClr val="6E747A">
                      <a:alpha val="43000"/>
                    </a:srgbClr>
                  </a:outerShdw>
                </a:effectLst>
              </a:rPr>
              <a:t>syllogism</a:t>
            </a:r>
            <a:r>
              <a:rPr lang="zh-CN" altLang="en-US" sz="3200"/>
              <a:t>（</a:t>
            </a:r>
            <a:r>
              <a:rPr lang="zh-CN" altLang="en-US" sz="2400">
                <a:solidFill>
                  <a:schemeClr val="tx1"/>
                </a:solidFill>
                <a:effectLst>
                  <a:outerShdw blurRad="38100" dist="19050" dir="2700000" algn="tl" rotWithShape="0">
                    <a:schemeClr val="dk1">
                      <a:alpha val="40000"/>
                    </a:schemeClr>
                  </a:outerShdw>
                </a:effectLst>
              </a:rPr>
              <a:t>三段论</a:t>
            </a:r>
            <a:r>
              <a:rPr lang="zh-CN" altLang="en-US" sz="3200"/>
              <a:t>）,</a:t>
            </a:r>
            <a:r>
              <a:rPr lang="zh-CN" altLang="en-US" sz="3200">
                <a:solidFill>
                  <a:schemeClr val="accent1"/>
                </a:solidFill>
                <a:effectLst>
                  <a:outerShdw blurRad="38100" dist="25400" dir="5400000" algn="ctr" rotWithShape="0">
                    <a:srgbClr val="6E747A">
                      <a:alpha val="43000"/>
                    </a:srgbClr>
                  </a:outerShdw>
                </a:effectLst>
              </a:rPr>
              <a:t> inductive</a:t>
            </a:r>
            <a:r>
              <a:rPr lang="zh-CN" altLang="en-US" sz="3200">
                <a:solidFill>
                  <a:schemeClr val="accent1"/>
                </a:solidFill>
                <a:effectLst>
                  <a:outerShdw blurRad="38100" dist="25400" dir="5400000" algn="ctr" rotWithShape="0">
                    <a:srgbClr val="6E747A">
                      <a:alpha val="43000"/>
                    </a:srgbClr>
                  </a:outerShdw>
                </a:effectLst>
              </a:rPr>
              <a:t> reasoning</a:t>
            </a:r>
            <a:r>
              <a:rPr lang="zh-CN" altLang="en-US" sz="3200"/>
              <a:t>（</a:t>
            </a:r>
            <a:r>
              <a:rPr lang="zh-CN" altLang="en-US" sz="2400">
                <a:solidFill>
                  <a:schemeClr val="tx1"/>
                </a:solidFill>
                <a:effectLst>
                  <a:outerShdw blurRad="38100" dist="19050" dir="2700000" algn="tl" rotWithShape="0">
                    <a:schemeClr val="dk1">
                      <a:alpha val="40000"/>
                    </a:schemeClr>
                  </a:outerShdw>
                </a:effectLst>
              </a:rPr>
              <a:t>归纳推理</a:t>
            </a:r>
            <a:r>
              <a:rPr lang="zh-CN" altLang="en-US" sz="3200"/>
              <a:t>） and </a:t>
            </a:r>
            <a:r>
              <a:rPr lang="zh-CN" altLang="en-US" sz="3200">
                <a:solidFill>
                  <a:schemeClr val="accent1"/>
                </a:solidFill>
                <a:effectLst>
                  <a:outerShdw blurRad="38100" dist="25400" dir="5400000" algn="ctr" rotWithShape="0">
                    <a:srgbClr val="6E747A">
                      <a:alpha val="43000"/>
                    </a:srgbClr>
                  </a:outerShdw>
                </a:effectLst>
              </a:rPr>
              <a:t>deductive reasoning</a:t>
            </a:r>
            <a:r>
              <a:rPr lang="zh-CN" altLang="en-US" sz="3200"/>
              <a:t>（</a:t>
            </a:r>
            <a:r>
              <a:rPr lang="zh-CN" altLang="en-US" sz="2400">
                <a:solidFill>
                  <a:schemeClr val="tx1"/>
                </a:solidFill>
                <a:effectLst>
                  <a:outerShdw blurRad="38100" dist="19050" dir="2700000" algn="tl" rotWithShape="0">
                    <a:schemeClr val="dk1">
                      <a:alpha val="40000"/>
                    </a:schemeClr>
                  </a:outerShdw>
                </a:effectLst>
              </a:rPr>
              <a:t>演绎推理</a:t>
            </a:r>
            <a:r>
              <a:rPr lang="zh-CN" altLang="en-US" sz="3200"/>
              <a:t>）</a:t>
            </a:r>
            <a:endParaRPr lang="zh-CN" altLang="en-US" sz="3200"/>
          </a:p>
          <a:p>
            <a:r>
              <a:rPr lang="zh-CN" altLang="en-US" sz="3200"/>
              <a:t>Founded the first real library in the history of Western philosophy</a:t>
            </a:r>
            <a:endParaRPr lang="zh-CN" altLang="en-US" sz="3200"/>
          </a:p>
        </p:txBody>
      </p:sp>
    </p:spTree>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Ellipse 60_#color-2097&amp;3799"/>
          <p:cNvSpPr/>
          <p:nvPr>
            <p:custDataLst>
              <p:tags r:id="rId1"/>
            </p:custDataLst>
          </p:nvPr>
        </p:nvSpPr>
        <p:spPr>
          <a:xfrm>
            <a:off x="5832251" y="792672"/>
            <a:ext cx="1167873" cy="1167873"/>
          </a:xfrm>
          <a:prstGeom prst="ellipse">
            <a:avLst/>
          </a:prstGeom>
        </p:spPr>
        <p:style>
          <a:lnRef idx="0">
            <a:srgbClr val="FFFFFF"/>
          </a:lnRef>
          <a:fillRef idx="1">
            <a:schemeClr val="accent1"/>
          </a:fillRef>
          <a:effectRef idx="0">
            <a:srgbClr val="FFFFFF"/>
          </a:effectRef>
          <a:fontRef idx="minor">
            <a:schemeClr val="lt1"/>
          </a:fontRef>
        </p:style>
        <p:txBody>
          <a:bodyPr wrap="none" lIns="0" tIns="108000" rIns="0" bIns="0"/>
          <a:p>
            <a:pPr algn="ctr"/>
            <a:r>
              <a:rPr lang="en-US" altLang="zh-CN" sz="4000" b="1">
                <a:solidFill>
                  <a:schemeClr val="bg2"/>
                </a:solidFill>
                <a:latin typeface="微软雅黑" pitchFamily="34" charset="-122"/>
                <a:ea typeface="微软雅黑" pitchFamily="34" charset="-122"/>
              </a:rPr>
              <a:t>3</a:t>
            </a:r>
            <a:endParaRPr lang="en-US" altLang="zh-CN" sz="4000" b="1">
              <a:solidFill>
                <a:schemeClr val="bg2"/>
              </a:solidFill>
              <a:latin typeface="微软雅黑" pitchFamily="34" charset="-122"/>
              <a:ea typeface="微软雅黑" pitchFamily="34" charset="-122"/>
            </a:endParaRPr>
          </a:p>
        </p:txBody>
      </p:sp>
      <p:sp>
        <p:nvSpPr>
          <p:cNvPr id="79" name="文本框 78"/>
          <p:cNvSpPr txBox="1"/>
          <p:nvPr/>
        </p:nvSpPr>
        <p:spPr>
          <a:xfrm>
            <a:off x="866140" y="1859915"/>
            <a:ext cx="6249035" cy="4037330"/>
          </a:xfrm>
          <a:prstGeom prst="rect">
            <a:avLst/>
          </a:prstGeom>
          <a:noFill/>
        </p:spPr>
        <p:txBody>
          <a:bodyPr wrap="square" rtlCol="0">
            <a:noAutofit/>
          </a:bodyPr>
          <a:p>
            <a:pPr indent="0" algn="l">
              <a:lnSpc>
                <a:spcPct val="100000"/>
              </a:lnSpc>
              <a:buNone/>
            </a:pPr>
            <a:r>
              <a:rPr lang="en-US" altLang="zh-CN">
                <a:latin typeface="Calibri" charset="0"/>
              </a:rPr>
              <a:t>The Doctrine</a:t>
            </a:r>
            <a:r>
              <a:rPr lang="zh-CN" altLang="en-US">
                <a:latin typeface="Calibri" charset="0"/>
              </a:rPr>
              <a:t>（学说）</a:t>
            </a:r>
            <a:r>
              <a:rPr lang="en-US" altLang="zh-CN">
                <a:latin typeface="Calibri" charset="0"/>
              </a:rPr>
              <a:t> of the Soul</a:t>
            </a:r>
            <a:endParaRPr lang="en-US" altLang="zh-CN">
              <a:latin typeface="Calibri" charset="0"/>
            </a:endParaRPr>
          </a:p>
          <a:p>
            <a:pPr indent="0" algn="l">
              <a:lnSpc>
                <a:spcPct val="100000"/>
              </a:lnSpc>
              <a:buNone/>
            </a:pPr>
            <a:r>
              <a:rPr lang="en-US" altLang="zh-CN">
                <a:latin typeface="Calibri" charset="0"/>
              </a:rPr>
              <a:t>Aristotle believed that the human soul has three components, namely the plant soul, the animal soul, and the rational</a:t>
            </a:r>
            <a:r>
              <a:rPr lang="zh-CN" altLang="en-US">
                <a:latin typeface="Calibri" charset="0"/>
              </a:rPr>
              <a:t>（理性）</a:t>
            </a:r>
            <a:r>
              <a:rPr lang="en-US" altLang="zh-CN">
                <a:latin typeface="Calibri" charset="0"/>
              </a:rPr>
              <a:t> soul. The plant soul is the lowest part of the soul, which is mainly manifested in physiological</a:t>
            </a:r>
            <a:r>
              <a:rPr lang="zh-CN" altLang="en-US">
                <a:latin typeface="Calibri" charset="0"/>
              </a:rPr>
              <a:t>（生理的）</a:t>
            </a:r>
            <a:r>
              <a:rPr lang="en-US" altLang="zh-CN">
                <a:latin typeface="Calibri" charset="0"/>
              </a:rPr>
              <a:t> aspects such as nutrition and reproduction; The animal soul is higher than the plant soul, and it is mainly manifested in instinct, emotion, desire, etc.; The rational soul is the highest part of the soul, which is mainly manifested in cognition</a:t>
            </a:r>
            <a:r>
              <a:rPr lang="zh-CN" altLang="en-US">
                <a:latin typeface="Calibri" charset="0"/>
              </a:rPr>
              <a:t>（认识）</a:t>
            </a:r>
            <a:r>
              <a:rPr lang="en-US" altLang="zh-CN">
                <a:latin typeface="Calibri" charset="0"/>
              </a:rPr>
              <a:t> and thinking.</a:t>
            </a:r>
            <a:endParaRPr lang="en-US" altLang="zh-CN">
              <a:latin typeface="Calibri" charset="0"/>
            </a:endParaRPr>
          </a:p>
        </p:txBody>
      </p:sp>
      <p:sp>
        <p:nvSpPr>
          <p:cNvPr id="12" name="文本框 11"/>
          <p:cNvSpPr txBox="1"/>
          <p:nvPr/>
        </p:nvSpPr>
        <p:spPr>
          <a:xfrm>
            <a:off x="7548245" y="1645920"/>
            <a:ext cx="3837305" cy="3139440"/>
          </a:xfrm>
          <a:prstGeom prst="rect">
            <a:avLst/>
          </a:prstGeom>
          <a:noFill/>
        </p:spPr>
        <p:txBody>
          <a:bodyPr wrap="square" rtlCol="0">
            <a:spAutoFit/>
          </a:bodyPr>
          <a:p>
            <a:r>
              <a:rPr lang="zh-CN" altLang="en-US"/>
              <a:t>灵魂学说</a:t>
            </a:r>
            <a:endParaRPr lang="zh-CN" altLang="en-US"/>
          </a:p>
          <a:p>
            <a:r>
              <a:rPr lang="zh-CN" altLang="en-US"/>
              <a:t>灵魂学说 亚里士多德认为,人的灵魂有三个组成部分,即植物灵魂、动物灵魂和理性灵魂。植物灵魂是灵魂中最低级的部分,它主要表现为营养、繁殖等生理方面;动物灵魂高于植物灵魂,它主要表现为本能、情感、欲望等方面;理性灵魂是灵魂中最高级的部分,它主要表现为认识、思维。</a:t>
            </a:r>
            <a:endParaRPr lang="zh-CN" altLang="en-US"/>
          </a:p>
        </p:txBody>
      </p:sp>
    </p:spTree>
    <p:custDataLst>
      <p:tags r:id="rId2"/>
    </p:custDataLst>
  </p:cSld>
  <p:clrMapOvr>
    <a:masterClrMapping/>
  </p:clrMapOvr>
  <mc:AlternateContent xmlns:mc="http://schemas.openxmlformats.org/markup-compatibility/2006">
    <mc:Choice xmlns:p14="http://schemas.microsoft.com/office/powerpoint/2010/main" Requires="p14">
      <p:transition spd="slow" p14:dur="1000">
        <p:push dir="u"/>
      </p:transition>
    </mc:Choice>
    <mc:Fallback>
      <p:transition spd="slow">
        <p:push dir="u"/>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 calcmode="lin" valueType="num">
                                      <p:cBhvr additive="base">
                                        <p:cTn id="7" dur="500" fill="hold"/>
                                        <p:tgtEl>
                                          <p:spTgt spid="1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2">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2">
                                            <p:txEl>
                                              <p:pRg st="1" end="1"/>
                                            </p:txEl>
                                          </p:spTgt>
                                        </p:tgtEl>
                                        <p:attrNameLst>
                                          <p:attrName>style.visibility</p:attrName>
                                        </p:attrNameLst>
                                      </p:cBhvr>
                                      <p:to>
                                        <p:strVal val="visible"/>
                                      </p:to>
                                    </p:set>
                                    <p:anim calcmode="lin" valueType="num">
                                      <p:cBhvr additive="base">
                                        <p:cTn id="11" dur="500" fill="hold"/>
                                        <p:tgtEl>
                                          <p:spTgt spid="12">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2">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144145" y="1943735"/>
            <a:ext cx="6558280" cy="3784600"/>
          </a:xfrm>
          <a:prstGeom prst="rect">
            <a:avLst/>
          </a:prstGeom>
          <a:noFill/>
        </p:spPr>
        <p:txBody>
          <a:bodyPr wrap="square" rtlCol="0">
            <a:spAutoFit/>
          </a:bodyPr>
          <a:p>
            <a:r>
              <a:rPr lang="zh-CN" altLang="en-US"/>
              <a:t>Harmonious Education</a:t>
            </a:r>
            <a:endParaRPr lang="zh-CN" altLang="en-US"/>
          </a:p>
          <a:p>
            <a:r>
              <a:rPr lang="zh-CN" altLang="en-US"/>
              <a:t>Based on his </a:t>
            </a:r>
            <a:r>
              <a:rPr lang="en-US" altLang="zh-CN"/>
              <a:t>d</a:t>
            </a:r>
            <a:r>
              <a:rPr lang="en-US" altLang="zh-CN">
                <a:latin typeface="Calibri" charset="0"/>
                <a:sym typeface="+mn-ea"/>
              </a:rPr>
              <a:t>octrine</a:t>
            </a:r>
            <a:r>
              <a:rPr lang="zh-CN" altLang="en-US"/>
              <a:t> of the soul, Aristotle developed the idea of harmonious education. Education corresponding（类似于） to the three components of the soul are: physical education, moral education, intellectual education, and aesthetic（审美的） education. He pointed out that it is only through such multifaceted（多层面的） education that children's bodies and minds can develop in harmony. Aristotle combined this idea of harmonious education with his idea of age staging children, emphasizing that education should follow the natural sequence（顺序） of children's development.</a:t>
            </a:r>
            <a:endParaRPr lang="zh-CN" altLang="en-US"/>
          </a:p>
        </p:txBody>
      </p:sp>
      <p:sp>
        <p:nvSpPr>
          <p:cNvPr id="5" name="文本框 4"/>
          <p:cNvSpPr txBox="1"/>
          <p:nvPr/>
        </p:nvSpPr>
        <p:spPr>
          <a:xfrm>
            <a:off x="7014845" y="2006600"/>
            <a:ext cx="5010785" cy="3461385"/>
          </a:xfrm>
          <a:prstGeom prst="rect">
            <a:avLst/>
          </a:prstGeom>
          <a:noFill/>
        </p:spPr>
        <p:txBody>
          <a:bodyPr wrap="square" rtlCol="0">
            <a:noAutofit/>
          </a:bodyPr>
          <a:p>
            <a:r>
              <a:rPr lang="zh-CN" altLang="en-US"/>
              <a:t>和谐教育 以其灵魂说为基础,亚里士多德提出了关于和谐教育的思想。与灵魂三个组成部分相对应的教育分别是:体育、德育、智育和美育。他指出,只有通过这种多方面的教育,儿童的身心才能得到和谐的发展。 亚里士多德把这种和谐教育的思想与他提出的儿童年龄分期相结合,强调教育应当遵循儿童发展的自然顺序。</a:t>
            </a:r>
            <a:endParaRPr lang="zh-CN" altLang="en-US"/>
          </a:p>
        </p:txBody>
      </p:sp>
    </p:spTree>
    <p:custDataLst>
      <p:tags r:id="rId1"/>
    </p:custData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文本框 4"/>
          <p:cNvSpPr txBox="1"/>
          <p:nvPr/>
        </p:nvSpPr>
        <p:spPr>
          <a:xfrm>
            <a:off x="576580" y="1727835"/>
            <a:ext cx="4320540" cy="3784600"/>
          </a:xfrm>
          <a:prstGeom prst="rect">
            <a:avLst/>
          </a:prstGeom>
          <a:noFill/>
        </p:spPr>
        <p:txBody>
          <a:bodyPr wrap="square" rtlCol="0">
            <a:spAutoFit/>
          </a:bodyPr>
          <a:p>
            <a:r>
              <a:rPr lang="zh-CN" altLang="en-US"/>
              <a:t>Metaphysics（形而上学） </a:t>
            </a:r>
            <a:endParaRPr lang="zh-CN" altLang="en-US"/>
          </a:p>
          <a:p>
            <a:r>
              <a:rPr lang="zh-CN" altLang="en-US"/>
              <a:t>According to Aristotle, metaphysics is an abstract philosophy that explores man's understanding of the universe. He believed that human beings could understand the universe by thinking and derive some universal truths from it. For example, he argues that human beings can understand the three concepts of "truth," "goodness," and "beauty" through thinking.</a:t>
            </a:r>
            <a:endParaRPr lang="zh-CN" altLang="en-US"/>
          </a:p>
        </p:txBody>
      </p:sp>
      <p:sp>
        <p:nvSpPr>
          <p:cNvPr id="6" name="文本框 5"/>
          <p:cNvSpPr txBox="1"/>
          <p:nvPr/>
        </p:nvSpPr>
        <p:spPr>
          <a:xfrm>
            <a:off x="5617210" y="1871980"/>
            <a:ext cx="5314950" cy="3078480"/>
          </a:xfrm>
          <a:prstGeom prst="rect">
            <a:avLst/>
          </a:prstGeom>
          <a:noFill/>
        </p:spPr>
        <p:txBody>
          <a:bodyPr wrap="square" rtlCol="0">
            <a:noAutofit/>
          </a:bodyPr>
          <a:p>
            <a:r>
              <a:rPr lang="zh-CN" altLang="en-US"/>
              <a:t>形而上学。</a:t>
            </a:r>
            <a:endParaRPr lang="zh-CN" altLang="en-US"/>
          </a:p>
          <a:p>
            <a:r>
              <a:rPr lang="zh-CN" altLang="en-US"/>
              <a:t>亚里士多德认为,形而上学是一种抽象的哲学,它探索人类对宇宙的理解。他认为,人类可以通过思考来理解宇宙,并从中得出一些普遍的真理。例如,他认为,人类可以通过思考来理解“真理”、“善”和“美”这三个概念。</a:t>
            </a:r>
            <a:endParaRPr lang="zh-CN" altLang="en-US"/>
          </a:p>
        </p:txBody>
      </p:sp>
    </p:spTree>
    <p:custDataLst>
      <p:tags r:id="rId1"/>
    </p:custDataLst>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p:nvPr>
            <p:ph idx="1"/>
          </p:nvPr>
        </p:nvSpPr>
        <p:spPr>
          <a:xfrm>
            <a:off x="2088515" y="2160270"/>
            <a:ext cx="8229600" cy="4526280"/>
          </a:xfrm>
        </p:spPr>
        <p:txBody>
          <a:bodyPr/>
          <a:p>
            <a:pPr marL="0" indent="0">
              <a:buNone/>
            </a:pPr>
            <a:r>
              <a:rPr lang="zh-CN" altLang="en-US"/>
              <a:t>Courage,for example, is a mean between foolhardiness（鲁莽） and cowardice（懦弱）; liberality, between extravagance（</a:t>
            </a:r>
            <a:r>
              <a:rPr lang="en-US" altLang="zh-CN"/>
              <a:t>奢侈</a:t>
            </a:r>
            <a:r>
              <a:rPr lang="zh-CN" altLang="en-US"/>
              <a:t>） and avarice（贪婪）;modesty,between bashfulness（羞怯） and shamelessness.</a:t>
            </a:r>
            <a:endParaRPr lang="zh-CN" altLang="en-US"/>
          </a:p>
          <a:p>
            <a:pPr marL="0" indent="0">
              <a:buNone/>
            </a:pPr>
            <a:endParaRPr lang="zh-CN" altLang="en-US"/>
          </a:p>
          <a:p>
            <a:pPr marL="0" indent="0">
              <a:buNone/>
            </a:pPr>
            <a:r>
              <a:rPr lang="zh-CN" altLang="en-US"/>
              <a:t>勇敢就是鲁莽和懦弱之间的中道；慷慨是奢侈和贪婪的中道；谦虚是羞怯和无耻的中道。</a:t>
            </a:r>
            <a:endParaRPr lang="zh-CN" altLang="en-US"/>
          </a:p>
          <a:p>
            <a:pPr marL="0" indent="0">
              <a:buNone/>
            </a:pPr>
            <a:endParaRPr lang="zh-CN" altLang="en-US"/>
          </a:p>
          <a:p>
            <a:pPr marL="0" indent="0">
              <a:buNone/>
            </a:pPr>
            <a:endParaRPr lang="zh-CN" altLang="en-US"/>
          </a:p>
        </p:txBody>
      </p:sp>
      <p:sp>
        <p:nvSpPr>
          <p:cNvPr id="9" name="Ellipse 60_#color-2097&amp;3799"/>
          <p:cNvSpPr/>
          <p:nvPr>
            <p:custDataLst>
              <p:tags r:id="rId1"/>
            </p:custDataLst>
          </p:nvPr>
        </p:nvSpPr>
        <p:spPr>
          <a:xfrm>
            <a:off x="5832251" y="792672"/>
            <a:ext cx="1167873" cy="1167873"/>
          </a:xfrm>
          <a:prstGeom prst="ellipse">
            <a:avLst/>
          </a:prstGeom>
        </p:spPr>
        <p:style>
          <a:lnRef idx="0">
            <a:srgbClr val="FFFFFF"/>
          </a:lnRef>
          <a:fillRef idx="1">
            <a:schemeClr val="accent1"/>
          </a:fillRef>
          <a:effectRef idx="0">
            <a:srgbClr val="FFFFFF"/>
          </a:effectRef>
          <a:fontRef idx="minor">
            <a:schemeClr val="lt1"/>
          </a:fontRef>
        </p:style>
        <p:txBody>
          <a:bodyPr wrap="none" lIns="0" tIns="108000" rIns="0" bIns="0"/>
          <a:p>
            <a:pPr algn="ctr"/>
            <a:r>
              <a:rPr lang="en-US" altLang="zh-CN" sz="4000" b="1">
                <a:solidFill>
                  <a:schemeClr val="bg2"/>
                </a:solidFill>
                <a:latin typeface="微软雅黑" pitchFamily="34" charset="-122"/>
                <a:ea typeface="微软雅黑" pitchFamily="34" charset="-122"/>
              </a:rPr>
              <a:t>4</a:t>
            </a:r>
            <a:endParaRPr lang="en-US" altLang="zh-CN" sz="4000" b="1">
              <a:solidFill>
                <a:schemeClr val="bg2"/>
              </a:solidFill>
              <a:latin typeface="微软雅黑" pitchFamily="34" charset="-122"/>
              <a:ea typeface="微软雅黑" pitchFamily="34" charset="-122"/>
            </a:endParaRPr>
          </a:p>
        </p:txBody>
      </p:sp>
    </p:spTree>
    <p:custDataLst>
      <p:tags r:id="rId2"/>
    </p:custData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wipe(down)">
                                      <p:cBhvr>
                                        <p:cTn id="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矩形 4" descr="7b0a2020202022776f7264617274223a2022220a7d0a"/>
          <p:cNvSpPr/>
          <p:nvPr/>
        </p:nvSpPr>
        <p:spPr>
          <a:xfrm>
            <a:off x="935991" y="1655812"/>
            <a:ext cx="10979150" cy="3169285"/>
          </a:xfrm>
          <a:prstGeom prst="rect">
            <a:avLst/>
          </a:prstGeom>
          <a:noFill/>
          <a:ln>
            <a:noFill/>
          </a:ln>
        </p:spPr>
        <p:txBody>
          <a:bodyPr wrap="none" rtlCol="0" anchor="t">
            <a:spAutoFit/>
          </a:bodyPr>
          <a:p>
            <a:pPr algn="ctr"/>
            <a:r>
              <a:rPr lang="en-US" altLang="zh-CN" sz="10000" b="1">
                <a:ln w="25400">
                  <a:solidFill>
                    <a:srgbClr val="F5477B"/>
                  </a:solidFill>
                </a:ln>
                <a:solidFill>
                  <a:schemeClr val="bg1"/>
                </a:solidFill>
                <a:effectLst>
                  <a:glow rad="38100">
                    <a:srgbClr val="FFDD19"/>
                  </a:glow>
                  <a:outerShdw blurRad="25400" dist="25400" dir="8100000" algn="tr" rotWithShape="0">
                    <a:srgbClr val="0AADD6">
                      <a:alpha val="97000"/>
                    </a:srgbClr>
                  </a:outerShdw>
                </a:effectLst>
                <a:latin typeface="汉仪唐美人简" charset="0"/>
                <a:cs typeface="汉仪唐美人简" charset="0"/>
              </a:rPr>
              <a:t>THANKS FOR</a:t>
            </a:r>
            <a:endParaRPr lang="en-US" altLang="zh-CN" sz="10000" b="1">
              <a:ln w="25400">
                <a:solidFill>
                  <a:srgbClr val="F5477B"/>
                </a:solidFill>
              </a:ln>
              <a:solidFill>
                <a:schemeClr val="bg1"/>
              </a:solidFill>
              <a:effectLst>
                <a:glow rad="38100">
                  <a:srgbClr val="FFDD19"/>
                </a:glow>
                <a:outerShdw blurRad="25400" dist="25400" dir="8100000" algn="tr" rotWithShape="0">
                  <a:srgbClr val="0AADD6">
                    <a:alpha val="97000"/>
                  </a:srgbClr>
                </a:outerShdw>
              </a:effectLst>
              <a:latin typeface="汉仪唐美人简" charset="0"/>
              <a:cs typeface="汉仪唐美人简" charset="0"/>
            </a:endParaRPr>
          </a:p>
          <a:p>
            <a:pPr algn="ctr"/>
            <a:r>
              <a:rPr lang="en-US" altLang="zh-CN" sz="10000" b="1">
                <a:ln w="25400">
                  <a:solidFill>
                    <a:srgbClr val="F5477B"/>
                  </a:solidFill>
                </a:ln>
                <a:solidFill>
                  <a:schemeClr val="bg1"/>
                </a:solidFill>
                <a:effectLst>
                  <a:glow rad="38100">
                    <a:srgbClr val="FFDD19"/>
                  </a:glow>
                  <a:outerShdw blurRad="25400" dist="25400" dir="8100000" algn="tr" rotWithShape="0">
                    <a:srgbClr val="0AADD6">
                      <a:alpha val="97000"/>
                    </a:srgbClr>
                  </a:outerShdw>
                </a:effectLst>
                <a:latin typeface="汉仪唐美人简" charset="0"/>
                <a:cs typeface="汉仪唐美人简" charset="0"/>
              </a:rPr>
              <a:t>YOUR LISTENING</a:t>
            </a:r>
            <a:endParaRPr lang="en-US" altLang="zh-CN" sz="10000" b="1">
              <a:ln w="25400">
                <a:solidFill>
                  <a:srgbClr val="F5477B"/>
                </a:solidFill>
              </a:ln>
              <a:solidFill>
                <a:schemeClr val="bg1"/>
              </a:solidFill>
              <a:effectLst>
                <a:glow rad="38100">
                  <a:srgbClr val="FFDD19"/>
                </a:glow>
                <a:outerShdw blurRad="25400" dist="25400" dir="8100000" algn="tr" rotWithShape="0">
                  <a:srgbClr val="0AADD6">
                    <a:alpha val="97000"/>
                  </a:srgbClr>
                </a:outerShdw>
              </a:effectLst>
              <a:latin typeface="汉仪唐美人简" charset="0"/>
              <a:cs typeface="汉仪唐美人简" charset="0"/>
            </a:endParaRPr>
          </a:p>
        </p:txBody>
      </p:sp>
    </p:spTree>
    <p:custDataLst>
      <p:tags r:id="rId1"/>
    </p:custDataLst>
  </p:cSld>
  <p:clrMapOvr>
    <a:masterClrMapping/>
  </p:clrMapOvr>
  <p:transition spd="slow">
    <p:push dir="u"/>
  </p:transition>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4_2"/>
  <p:tag name="KSO_WM_UNIT_ID" val="custom20233289_4*l_h_i*1_4_2"/>
  <p:tag name="KSO_WM_TEMPLATE_CATEGORY" val="custom"/>
  <p:tag name="KSO_WM_TEMPLATE_INDEX" val="20233289"/>
  <p:tag name="KSO_WM_UNIT_LAYERLEVEL" val="1_1_1"/>
  <p:tag name="KSO_WM_TAG_VERSION" val="3.0"/>
  <p:tag name="KSO_WM_BEAUTIFY_FLAG" val="#wm#"/>
  <p:tag name="KSO_WM_DIAGRAM_GROUP_CODE" val="l1-1"/>
  <p:tag name="KSO_WM_DIAGRAM_VERSION" val="3"/>
  <p:tag name="KSO_WM_DIAGRAM_COLOR_TRICK" val="1"/>
  <p:tag name="KSO_WM_DIAGRAM_COLOR_TEXT_CAN_REMOVE" val="n"/>
  <p:tag name="KSO_WM_DIAGRAM_MAX_ITEMCNT" val="6"/>
  <p:tag name="KSO_WM_DIAGRAM_MIN_ITEMCNT" val="2"/>
  <p:tag name="KSO_WM_DIAGRAM_VIRTUALLY_FRAME" val="{&quot;height&quot;:284.35394287109375,&quot;left&quot;:78.85173228346457,&quot;top&quot;:230.46511517862638,&quot;width&quot;:847.0465099040354}"/>
  <p:tag name="KSO_WM_DIAGRAM_COLOR_MATCH_VALUE" val="{&quot;shape&quot;:{&quot;fill&quot;:{&quot;solid&quot;:{&quot;brightness&quot;:0,&quot;colorType&quot;:1,&quot;foreColorIndex&quot;:1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6,&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 val="5"/>
  <p:tag name="KSO_WM_UNIT_FILL_FORE_SCHEMECOLOR_INDEX_BRIGHTNESS" val="0"/>
  <p:tag name="KSO_WM_UNIT_FILL_TYPE" val="1"/>
  <p:tag name="KSO_WM_UNIT_PRESET_TEXT" val="04"/>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1_2"/>
  <p:tag name="KSO_WM_UNIT_ID" val="custom20233289_4*l_h_i*1_1_2"/>
  <p:tag name="KSO_WM_TEMPLATE_CATEGORY" val="custom"/>
  <p:tag name="KSO_WM_TEMPLATE_INDEX" val="20233289"/>
  <p:tag name="KSO_WM_UNIT_LAYERLEVEL" val="1_1_1"/>
  <p:tag name="KSO_WM_TAG_VERSION" val="3.0"/>
  <p:tag name="KSO_WM_BEAUTIFY_FLAG" val="#wm#"/>
  <p:tag name="KSO_WM_DIAGRAM_GROUP_CODE" val="l1-1"/>
  <p:tag name="KSO_WM_DIAGRAM_VERSION" val="3"/>
  <p:tag name="KSO_WM_DIAGRAM_COLOR_TRICK" val="1"/>
  <p:tag name="KSO_WM_DIAGRAM_COLOR_TEXT_CAN_REMOVE" val="n"/>
  <p:tag name="KSO_WM_DIAGRAM_MAX_ITEMCNT" val="6"/>
  <p:tag name="KSO_WM_DIAGRAM_MIN_ITEMCNT" val="2"/>
  <p:tag name="KSO_WM_DIAGRAM_VIRTUALLY_FRAME" val="{&quot;height&quot;:284.35394287109375,&quot;left&quot;:78.85173228346457,&quot;top&quot;:230.46511517862638,&quot;width&quot;:847.0465099040354}"/>
  <p:tag name="KSO_WM_DIAGRAM_COLOR_MATCH_VALUE" val="{&quot;shape&quot;:{&quot;fill&quot;:{&quot;solid&quot;:{&quot;brightness&quot;:0,&quot;colorType&quot;:1,&quot;foreColorIndex&quot;:1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6,&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 val="5"/>
  <p:tag name="KSO_WM_UNIT_FILL_FORE_SCHEMECOLOR_INDEX_BRIGHTNESS" val="0"/>
  <p:tag name="KSO_WM_UNIT_FILL_TYPE" val="1"/>
  <p:tag name="KSO_WM_UNIT_PRESET_TEXT" val="01"/>
</p:tagLst>
</file>

<file path=ppt/tags/tag3.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custom20233289_4*l_h_a*1_1_1"/>
  <p:tag name="KSO_WM_TEMPLATE_CATEGORY" val="custom"/>
  <p:tag name="KSO_WM_TEMPLATE_INDEX" val="20233289"/>
  <p:tag name="KSO_WM_UNIT_LAYERLEVEL" val="1_1_1"/>
  <p:tag name="KSO_WM_TAG_VERSION" val="3.0"/>
  <p:tag name="KSO_WM_BEAUTIFY_FLAG" val="#wm#"/>
  <p:tag name="KSO_WM_DIAGRAM_GROUP_CODE" val="l1-1"/>
  <p:tag name="KSO_WM_DIAGRAM_VERSION" val="3"/>
  <p:tag name="KSO_WM_DIAGRAM_COLOR_TRICK" val="1"/>
  <p:tag name="KSO_WM_DIAGRAM_COLOR_TEXT_CAN_REMOVE" val="n"/>
  <p:tag name="KSO_WM_DIAGRAM_MAX_ITEMCNT" val="6"/>
  <p:tag name="KSO_WM_DIAGRAM_MIN_ITEMCNT" val="2"/>
  <p:tag name="KSO_WM_DIAGRAM_VIRTUALLY_FRAME" val="{&quot;height&quot;:284.35394287109375,&quot;left&quot;:78.85173228346457,&quot;top&quot;:230.46511517862638,&quot;width&quot;:847.046509904035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添加目录项标题"/>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3_2"/>
  <p:tag name="KSO_WM_UNIT_ID" val="custom20233289_4*l_h_i*1_3_2"/>
  <p:tag name="KSO_WM_TEMPLATE_CATEGORY" val="custom"/>
  <p:tag name="KSO_WM_TEMPLATE_INDEX" val="20233289"/>
  <p:tag name="KSO_WM_UNIT_LAYERLEVEL" val="1_1_1"/>
  <p:tag name="KSO_WM_TAG_VERSION" val="3.0"/>
  <p:tag name="KSO_WM_BEAUTIFY_FLAG" val="#wm#"/>
  <p:tag name="KSO_WM_DIAGRAM_GROUP_CODE" val="l1-1"/>
  <p:tag name="KSO_WM_DIAGRAM_VERSION" val="3"/>
  <p:tag name="KSO_WM_DIAGRAM_COLOR_TRICK" val="1"/>
  <p:tag name="KSO_WM_DIAGRAM_COLOR_TEXT_CAN_REMOVE" val="n"/>
  <p:tag name="KSO_WM_DIAGRAM_MAX_ITEMCNT" val="6"/>
  <p:tag name="KSO_WM_DIAGRAM_MIN_ITEMCNT" val="2"/>
  <p:tag name="KSO_WM_DIAGRAM_VIRTUALLY_FRAME" val="{&quot;height&quot;:284.35394287109375,&quot;left&quot;:78.85173228346457,&quot;top&quot;:230.46511517862638,&quot;width&quot;:847.0465099040354}"/>
  <p:tag name="KSO_WM_DIAGRAM_COLOR_MATCH_VALUE" val="{&quot;shape&quot;:{&quot;fill&quot;:{&quot;solid&quot;:{&quot;brightness&quot;:0,&quot;colorType&quot;:1,&quot;foreColorIndex&quot;:1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6,&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 val="5"/>
  <p:tag name="KSO_WM_UNIT_FILL_FORE_SCHEMECOLOR_INDEX_BRIGHTNESS" val="0"/>
  <p:tag name="KSO_WM_UNIT_FILL_TYPE" val="1"/>
  <p:tag name="KSO_WM_UNIT_PRESET_TEXT" val="03"/>
</p:tagLst>
</file>

<file path=ppt/tags/tag5.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4_1"/>
  <p:tag name="KSO_WM_UNIT_ID" val="custom20233289_4*l_h_a*1_4_1"/>
  <p:tag name="KSO_WM_TEMPLATE_CATEGORY" val="custom"/>
  <p:tag name="KSO_WM_TEMPLATE_INDEX" val="20233289"/>
  <p:tag name="KSO_WM_UNIT_LAYERLEVEL" val="1_1_1"/>
  <p:tag name="KSO_WM_TAG_VERSION" val="3.0"/>
  <p:tag name="KSO_WM_BEAUTIFY_FLAG" val="#wm#"/>
  <p:tag name="KSO_WM_DIAGRAM_GROUP_CODE" val="l1-1"/>
  <p:tag name="KSO_WM_DIAGRAM_VERSION" val="3"/>
  <p:tag name="KSO_WM_DIAGRAM_COLOR_TRICK" val="1"/>
  <p:tag name="KSO_WM_DIAGRAM_COLOR_TEXT_CAN_REMOVE" val="n"/>
  <p:tag name="KSO_WM_DIAGRAM_MAX_ITEMCNT" val="6"/>
  <p:tag name="KSO_WM_DIAGRAM_MIN_ITEMCNT" val="2"/>
  <p:tag name="KSO_WM_DIAGRAM_VIRTUALLY_FRAME" val="{&quot;height&quot;:284.35394287109375,&quot;left&quot;:78.85173228346457,&quot;top&quot;:230.46511517862638,&quot;width&quot;:847.046509904035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添加目录项标题"/>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2_2"/>
  <p:tag name="KSO_WM_UNIT_ID" val="custom20233289_4*l_h_i*1_2_2"/>
  <p:tag name="KSO_WM_TEMPLATE_CATEGORY" val="custom"/>
  <p:tag name="KSO_WM_TEMPLATE_INDEX" val="20233289"/>
  <p:tag name="KSO_WM_UNIT_LAYERLEVEL" val="1_1_1"/>
  <p:tag name="KSO_WM_TAG_VERSION" val="3.0"/>
  <p:tag name="KSO_WM_BEAUTIFY_FLAG" val="#wm#"/>
  <p:tag name="KSO_WM_DIAGRAM_GROUP_CODE" val="l1-1"/>
  <p:tag name="KSO_WM_DIAGRAM_VERSION" val="3"/>
  <p:tag name="KSO_WM_DIAGRAM_COLOR_TRICK" val="1"/>
  <p:tag name="KSO_WM_DIAGRAM_COLOR_TEXT_CAN_REMOVE" val="n"/>
  <p:tag name="KSO_WM_DIAGRAM_MAX_ITEMCNT" val="6"/>
  <p:tag name="KSO_WM_DIAGRAM_MIN_ITEMCNT" val="2"/>
  <p:tag name="KSO_WM_DIAGRAM_VIRTUALLY_FRAME" val="{&quot;height&quot;:284.35394287109375,&quot;left&quot;:78.85173228346457,&quot;top&quot;:230.46511517862638,&quot;width&quot;:847.0465099040354}"/>
  <p:tag name="KSO_WM_DIAGRAM_COLOR_MATCH_VALUE" val="{&quot;shape&quot;:{&quot;fill&quot;:{&quot;solid&quot;:{&quot;brightness&quot;:0,&quot;colorType&quot;:1,&quot;foreColorIndex&quot;:1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6,&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 val="5"/>
  <p:tag name="KSO_WM_UNIT_FILL_FORE_SCHEMECOLOR_INDEX_BRIGHTNESS" val="0"/>
  <p:tag name="KSO_WM_UNIT_FILL_TYPE" val="1"/>
  <p:tag name="KSO_WM_UNIT_PRESET_TEXT" val="02"/>
</p:tagLst>
</file>

<file path=ppt/tags/tag7.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3_1"/>
  <p:tag name="KSO_WM_UNIT_ID" val="custom20233289_4*l_h_a*1_3_1"/>
  <p:tag name="KSO_WM_TEMPLATE_CATEGORY" val="custom"/>
  <p:tag name="KSO_WM_TEMPLATE_INDEX" val="20233289"/>
  <p:tag name="KSO_WM_UNIT_LAYERLEVEL" val="1_1_1"/>
  <p:tag name="KSO_WM_TAG_VERSION" val="3.0"/>
  <p:tag name="KSO_WM_BEAUTIFY_FLAG" val="#wm#"/>
  <p:tag name="KSO_WM_DIAGRAM_GROUP_CODE" val="l1-1"/>
  <p:tag name="KSO_WM_DIAGRAM_VERSION" val="3"/>
  <p:tag name="KSO_WM_DIAGRAM_COLOR_TRICK" val="1"/>
  <p:tag name="KSO_WM_DIAGRAM_COLOR_TEXT_CAN_REMOVE" val="n"/>
  <p:tag name="KSO_WM_DIAGRAM_MAX_ITEMCNT" val="6"/>
  <p:tag name="KSO_WM_DIAGRAM_MIN_ITEMCNT" val="2"/>
  <p:tag name="KSO_WM_DIAGRAM_VIRTUALLY_FRAME" val="{&quot;height&quot;:284.35394287109375,&quot;left&quot;:78.85173228346457,&quot;top&quot;:230.46511517862638,&quot;width&quot;:847.046509904035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添加目录项标题"/>
</p:tagLst>
</file>

<file path=ppt/tags/tag8.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2_1"/>
  <p:tag name="KSO_WM_UNIT_ID" val="custom20233289_4*l_h_a*1_2_1"/>
  <p:tag name="KSO_WM_TEMPLATE_CATEGORY" val="custom"/>
  <p:tag name="KSO_WM_TEMPLATE_INDEX" val="20233289"/>
  <p:tag name="KSO_WM_UNIT_LAYERLEVEL" val="1_1_1"/>
  <p:tag name="KSO_WM_TAG_VERSION" val="3.0"/>
  <p:tag name="KSO_WM_BEAUTIFY_FLAG" val="#wm#"/>
  <p:tag name="KSO_WM_DIAGRAM_GROUP_CODE" val="l1-1"/>
  <p:tag name="KSO_WM_DIAGRAM_VERSION" val="3"/>
  <p:tag name="KSO_WM_DIAGRAM_COLOR_TRICK" val="1"/>
  <p:tag name="KSO_WM_DIAGRAM_COLOR_TEXT_CAN_REMOVE" val="n"/>
  <p:tag name="KSO_WM_DIAGRAM_MAX_ITEMCNT" val="6"/>
  <p:tag name="KSO_WM_DIAGRAM_MIN_ITEMCNT" val="2"/>
  <p:tag name="KSO_WM_DIAGRAM_VIRTUALLY_FRAME" val="{&quot;height&quot;:284.35394287109375,&quot;left&quot;:78.85173228346457,&quot;top&quot;:230.46511517862638,&quot;width&quot;:847.046509904035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添加目录项标题"/>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1_2"/>
  <p:tag name="KSO_WM_UNIT_ID" val="custom20233289_4*l_h_i*1_1_2"/>
  <p:tag name="KSO_WM_TEMPLATE_CATEGORY" val="custom"/>
  <p:tag name="KSO_WM_TEMPLATE_INDEX" val="20233289"/>
  <p:tag name="KSO_WM_UNIT_LAYERLEVEL" val="1_1_1"/>
  <p:tag name="KSO_WM_TAG_VERSION" val="3.0"/>
  <p:tag name="KSO_WM_DIAGRAM_GROUP_CODE" val="l1-1"/>
  <p:tag name="KSO_WM_DIAGRAM_VERSION" val="3"/>
  <p:tag name="KSO_WM_DIAGRAM_COLOR_TRICK" val="1"/>
  <p:tag name="KSO_WM_DIAGRAM_COLOR_TEXT_CAN_REMOVE" val="n"/>
  <p:tag name="KSO_WM_DIAGRAM_MAX_ITEMCNT" val="6"/>
  <p:tag name="KSO_WM_DIAGRAM_MIN_ITEMCNT" val="2"/>
  <p:tag name="KSO_WM_DIAGRAM_VIRTUALLY_FRAME" val="{&quot;height&quot;:284.35394287109375,&quot;left&quot;:78.85173228346457,&quot;top&quot;:230.46511517862638,&quot;width&quot;:847.0465099040354}"/>
  <p:tag name="KSO_WM_DIAGRAM_COLOR_MATCH_VALUE" val="{&quot;shape&quot;:{&quot;fill&quot;:{&quot;solid&quot;:{&quot;brightness&quot;:0,&quot;colorType&quot;:1,&quot;foreColorIndex&quot;:1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6,&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 val="5"/>
  <p:tag name="KSO_WM_UNIT_FILL_FORE_SCHEMECOLOR_INDEX_BRIGHTNESS" val="0"/>
  <p:tag name="KSO_WM_UNIT_FILL_TYPE" val="1"/>
  <p:tag name="KSO_WM_UNIT_PRESET_TEXT" val="01"/>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2_2"/>
  <p:tag name="KSO_WM_UNIT_ID" val="custom20233289_4*l_h_i*1_2_2"/>
  <p:tag name="KSO_WM_TEMPLATE_CATEGORY" val="custom"/>
  <p:tag name="KSO_WM_TEMPLATE_INDEX" val="20233289"/>
  <p:tag name="KSO_WM_UNIT_LAYERLEVEL" val="1_1_1"/>
  <p:tag name="KSO_WM_TAG_VERSION" val="3.0"/>
  <p:tag name="KSO_WM_DIAGRAM_GROUP_CODE" val="l1-1"/>
  <p:tag name="KSO_WM_DIAGRAM_VERSION" val="3"/>
  <p:tag name="KSO_WM_DIAGRAM_COLOR_TRICK" val="1"/>
  <p:tag name="KSO_WM_DIAGRAM_COLOR_TEXT_CAN_REMOVE" val="n"/>
  <p:tag name="KSO_WM_DIAGRAM_MAX_ITEMCNT" val="6"/>
  <p:tag name="KSO_WM_DIAGRAM_MIN_ITEMCNT" val="2"/>
  <p:tag name="KSO_WM_DIAGRAM_VIRTUALLY_FRAME" val="{&quot;height&quot;:284.35394287109375,&quot;left&quot;:78.85173228346457,&quot;top&quot;:230.46511517862638,&quot;width&quot;:847.0465099040354}"/>
  <p:tag name="KSO_WM_DIAGRAM_COLOR_MATCH_VALUE" val="{&quot;shape&quot;:{&quot;fill&quot;:{&quot;solid&quot;:{&quot;brightness&quot;:0,&quot;colorType&quot;:1,&quot;foreColorIndex&quot;:1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6,&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 val="5"/>
  <p:tag name="KSO_WM_UNIT_FILL_FORE_SCHEMECOLOR_INDEX_BRIGHTNESS" val="0"/>
  <p:tag name="KSO_WM_UNIT_FILL_TYPE" val="1"/>
  <p:tag name="KSO_WM_UNIT_PRESET_TEXT" val="02"/>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1_2"/>
  <p:tag name="KSO_WM_UNIT_ID" val="custom20233289_4*l_h_i*1_1_2"/>
  <p:tag name="KSO_WM_TEMPLATE_CATEGORY" val="custom"/>
  <p:tag name="KSO_WM_TEMPLATE_INDEX" val="20233289"/>
  <p:tag name="KSO_WM_UNIT_LAYERLEVEL" val="1_1_1"/>
  <p:tag name="KSO_WM_TAG_VERSION" val="3.0"/>
  <p:tag name="KSO_WM_DIAGRAM_GROUP_CODE" val="l1-1"/>
  <p:tag name="KSO_WM_DIAGRAM_VERSION" val="3"/>
  <p:tag name="KSO_WM_DIAGRAM_COLOR_TRICK" val="1"/>
  <p:tag name="KSO_WM_DIAGRAM_COLOR_TEXT_CAN_REMOVE" val="n"/>
  <p:tag name="KSO_WM_DIAGRAM_MAX_ITEMCNT" val="6"/>
  <p:tag name="KSO_WM_DIAGRAM_MIN_ITEMCNT" val="2"/>
  <p:tag name="KSO_WM_DIAGRAM_VIRTUALLY_FRAME" val="{&quot;height&quot;:284.35394287109375,&quot;left&quot;:78.85173228346457,&quot;top&quot;:230.46511517862638,&quot;width&quot;:847.0465099040354}"/>
  <p:tag name="KSO_WM_DIAGRAM_COLOR_MATCH_VALUE" val="{&quot;shape&quot;:{&quot;fill&quot;:{&quot;solid&quot;:{&quot;brightness&quot;:0,&quot;colorType&quot;:1,&quot;foreColorIndex&quot;:1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6,&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 val="5"/>
  <p:tag name="KSO_WM_UNIT_FILL_FORE_SCHEMECOLOR_INDEX_BRIGHTNESS" val="0"/>
  <p:tag name="KSO_WM_UNIT_FILL_TYPE" val="1"/>
  <p:tag name="KSO_WM_UNIT_PRESET_TEXT" val="01"/>
</p:tagLst>
</file>

<file path=ppt/tags/tag12.xml><?xml version="1.0" encoding="utf-8"?>
<p:tagLst xmlns:p="http://schemas.openxmlformats.org/presentationml/2006/main">
  <p:tag name="KSO_WM_TEMPLATE_CATEGORY" val="preset"/>
  <p:tag name="KSO_WM_TEMPLATE_INDEX" val="11"/>
  <p:tag name="KSO_WM_TAG_VERSION" val="1.0"/>
  <p:tag name="KSO_WM_SLIDE_ID" val="preset11_1"/>
  <p:tag name="KSO_WM_SLIDE_INDEX" val="1"/>
  <p:tag name="KSO_WM_SLIDE_ITEM_CNT" val="2"/>
  <p:tag name="KSO_WM_SLIDE_LAYOUT" val="a_b"/>
  <p:tag name="KSO_WM_SLIDE_LAYOUT_CNT" val="1_1"/>
  <p:tag name="KSO_WM_SLIDE_TYPE" val="title"/>
  <p:tag name="KSO_WM_BEAUTIFY_FLAG" val="#wm#"/>
</p:tagLst>
</file>

<file path=ppt/tags/tag13.xml><?xml version="1.0" encoding="utf-8"?>
<p:tagLst xmlns:p="http://schemas.openxmlformats.org/presentationml/2006/main">
  <p:tag name="KSO_WM_BEAUTIFY_FLAG" val="#wm#"/>
  <p:tag name="KSO_WM_TEMPLATE_CATEGORY" val="preset"/>
  <p:tag name="KSO_WM_TEMPLATE_INDEX" val="11"/>
</p:tagLst>
</file>

<file path=ppt/tags/tag14.xml><?xml version="1.0" encoding="utf-8"?>
<p:tagLst xmlns:p="http://schemas.openxmlformats.org/presentationml/2006/main">
  <p:tag name="KSO_WM_BEAUTIFY_FLAG" val="#wm#"/>
  <p:tag name="KSO_WM_TEMPLATE_CATEGORY" val="preset"/>
  <p:tag name="KSO_WM_TEMPLATE_INDEX" val="11"/>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1_2"/>
  <p:tag name="KSO_WM_UNIT_ID" val="custom20233289_4*l_h_i*1_1_2"/>
  <p:tag name="KSO_WM_TEMPLATE_CATEGORY" val="custom"/>
  <p:tag name="KSO_WM_TEMPLATE_INDEX" val="20233289"/>
  <p:tag name="KSO_WM_UNIT_LAYERLEVEL" val="1_1_1"/>
  <p:tag name="KSO_WM_TAG_VERSION" val="3.0"/>
  <p:tag name="KSO_WM_DIAGRAM_GROUP_CODE" val="l1-1"/>
  <p:tag name="KSO_WM_DIAGRAM_VERSION" val="3"/>
  <p:tag name="KSO_WM_DIAGRAM_COLOR_TRICK" val="1"/>
  <p:tag name="KSO_WM_DIAGRAM_COLOR_TEXT_CAN_REMOVE" val="n"/>
  <p:tag name="KSO_WM_DIAGRAM_MAX_ITEMCNT" val="6"/>
  <p:tag name="KSO_WM_DIAGRAM_MIN_ITEMCNT" val="2"/>
  <p:tag name="KSO_WM_DIAGRAM_VIRTUALLY_FRAME" val="{&quot;height&quot;:284.35394287109375,&quot;left&quot;:78.85173228346457,&quot;top&quot;:230.46511517862638,&quot;width&quot;:847.0465099040354}"/>
  <p:tag name="KSO_WM_DIAGRAM_COLOR_MATCH_VALUE" val="{&quot;shape&quot;:{&quot;fill&quot;:{&quot;solid&quot;:{&quot;brightness&quot;:0,&quot;colorType&quot;:1,&quot;foreColorIndex&quot;:1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6,&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 val="5"/>
  <p:tag name="KSO_WM_UNIT_FILL_FORE_SCHEMECOLOR_INDEX_BRIGHTNESS" val="0"/>
  <p:tag name="KSO_WM_UNIT_FILL_TYPE" val="1"/>
  <p:tag name="KSO_WM_UNIT_PRESET_TEXT" val="01"/>
</p:tagLst>
</file>

<file path=ppt/tags/tag16.xml><?xml version="1.0" encoding="utf-8"?>
<p:tagLst xmlns:p="http://schemas.openxmlformats.org/presentationml/2006/main">
  <p:tag name="KSO_WM_BEAUTIFY_FLAG" val="#wm#"/>
  <p:tag name="KSO_WM_TEMPLATE_CATEGORY" val="preset"/>
  <p:tag name="KSO_WM_TEMPLATE_INDEX" val="11"/>
</p:tagLst>
</file>

<file path=ppt/tags/tag17.xml><?xml version="1.0" encoding="utf-8"?>
<p:tagLst xmlns:p="http://schemas.openxmlformats.org/presentationml/2006/main">
  <p:tag name="KSO_WM_BEAUTIFY_FLAG" val="#wm#"/>
  <p:tag name="KSO_WM_TEMPLATE_CATEGORY" val="preset"/>
  <p:tag name="KSO_WM_TEMPLATE_INDEX" val="11"/>
</p:tagLst>
</file>

<file path=ppt/theme/theme1.xml><?xml version="1.0" encoding="utf-8"?>
<a:theme xmlns:a="http://schemas.openxmlformats.org/drawingml/2006/main" name="自定义设计方案">
  <a:themeElements>
    <a:clrScheme name="自定义 3">
      <a:dk1>
        <a:sysClr val="windowText" lastClr="000000"/>
      </a:dk1>
      <a:lt1>
        <a:sysClr val="window" lastClr="FFFFFF"/>
      </a:lt1>
      <a:dk2>
        <a:srgbClr val="303030"/>
      </a:dk2>
      <a:lt2>
        <a:srgbClr val="DEDEE0"/>
      </a:lt2>
      <a:accent1>
        <a:srgbClr val="AD0101"/>
      </a:accent1>
      <a:accent2>
        <a:srgbClr val="726056"/>
      </a:accent2>
      <a:accent3>
        <a:srgbClr val="AC956E"/>
      </a:accent3>
      <a:accent4>
        <a:srgbClr val="808DA9"/>
      </a:accent4>
      <a:accent5>
        <a:srgbClr val="424E5B"/>
      </a:accent5>
      <a:accent6>
        <a:srgbClr val="730E00"/>
      </a:accent6>
      <a:hlink>
        <a:srgbClr val="000000"/>
      </a:hlink>
      <a:folHlink>
        <a:srgbClr val="730E00"/>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自定义设计方案 1">
        <a:dk1>
          <a:srgbClr val="000000"/>
        </a:dk1>
        <a:lt1>
          <a:srgbClr val="FFFFFF"/>
        </a:lt1>
        <a:dk2>
          <a:srgbClr val="000000"/>
        </a:dk2>
        <a:lt2>
          <a:srgbClr val="808080"/>
        </a:lt2>
        <a:accent1>
          <a:srgbClr val="A7C6E5"/>
        </a:accent1>
        <a:accent2>
          <a:srgbClr val="333399"/>
        </a:accent2>
        <a:accent3>
          <a:srgbClr val="FFFFFF"/>
        </a:accent3>
        <a:accent4>
          <a:srgbClr val="000000"/>
        </a:accent4>
        <a:accent5>
          <a:srgbClr val="D0DFF0"/>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自定义设计方案 3">
        <a:dk1>
          <a:srgbClr val="000000"/>
        </a:dk1>
        <a:lt1>
          <a:srgbClr val="FFFFFF"/>
        </a:lt1>
        <a:dk2>
          <a:srgbClr val="000000"/>
        </a:dk2>
        <a:lt2>
          <a:srgbClr val="808080"/>
        </a:lt2>
        <a:accent1>
          <a:srgbClr val="97CCFF"/>
        </a:accent1>
        <a:accent2>
          <a:srgbClr val="CCCCFF"/>
        </a:accent2>
        <a:accent3>
          <a:srgbClr val="FFFFFF"/>
        </a:accent3>
        <a:accent4>
          <a:srgbClr val="000000"/>
        </a:accent4>
        <a:accent5>
          <a:srgbClr val="C9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
  <PresentationFormat>自定义</PresentationFormat>
  <Paragraphs>74</Paragraphs>
  <Slides>0</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10</vt:i4>
      </vt:variant>
    </vt:vector>
  </HeadingPairs>
  <TitlesOfParts>
    <vt:vector size="18" baseType="lpstr">
      <vt:lpstr>Arial</vt:lpstr>
      <vt:lpstr>宋体</vt:lpstr>
      <vt:lpstr>Wingdings</vt:lpstr>
      <vt:lpstr>微软雅黑</vt:lpstr>
      <vt:lpstr>+中文正文</vt:lpstr>
      <vt:lpstr>Calibri</vt:lpstr>
      <vt:lpstr>汉仪唐美人简</vt:lpstr>
      <vt:lpstr>自定义设计方案</vt:lpstr>
      <vt:lpstr>PowerPoint 演示文稿</vt:lpstr>
      <vt:lpstr>PowerPoint 演示文稿</vt:lpstr>
      <vt:lpstr>Content</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绿地SOHO推广全案</dc:title>
  <dc:creator>ch</dc:creator>
  <cp:lastModifiedBy>iPad</cp:lastModifiedBy>
  <cp:revision>11</cp:revision>
  <dcterms:created xsi:type="dcterms:W3CDTF">1900-01-01T00:00:00Z</dcterms:created>
  <dcterms:modified xsi:type="dcterms:W3CDTF">1900-01-01T00:00:00Z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vt:lpwstr>
  </property>
  <property fmtid="{D5CDD505-2E9C-101B-9397-08002B2CF9AE}" pid="3" name="ICV">
    <vt:lpwstr>4A57074ADDCF4B7CA7287F624C7EF532_13</vt:lpwstr>
  </property>
</Properties>
</file>