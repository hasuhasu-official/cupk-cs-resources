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
  </p:handoutMasterIdLst>
  <p:sldIdLst>
    <p:sldId id="422" r:id="rId3"/>
    <p:sldId id="478" r:id="rId5"/>
    <p:sldId id="371" r:id="rId6"/>
    <p:sldId id="367" r:id="rId7"/>
    <p:sldId id="475" r:id="rId8"/>
    <p:sldId id="308" r:id="rId9"/>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216172C-838D-45C3-BBA8-72FFCEA2486F}">
          <p14:sldIdLst>
            <p14:sldId id="422"/>
            <p14:sldId id="478"/>
            <p14:sldId id="371"/>
            <p14:sldId id="367"/>
            <p14:sldId id="475"/>
            <p14:sldId id="308"/>
          </p14:sldIdLst>
        </p14:section>
      </p14:sectionLst>
    </p:ext>
    <p:ext uri="{EFAFB233-063F-42B5-8137-9DF3F51BA10A}">
      <p15:sldGuideLst xmlns:p15="http://schemas.microsoft.com/office/powerpoint/2012/main">
        <p15:guide id="1" pos="438" userDrawn="1">
          <p15:clr>
            <a:srgbClr val="A4A3A4"/>
          </p15:clr>
        </p15:guide>
        <p15:guide id="2" pos="7229" userDrawn="1">
          <p15:clr>
            <a:srgbClr val="A4A3A4"/>
          </p15:clr>
        </p15:guide>
        <p15:guide id="5" orient="horz" pos="3911" userDrawn="1">
          <p15:clr>
            <a:srgbClr val="A4A3A4"/>
          </p15:clr>
        </p15:guide>
        <p15:guide id="6" orient="horz" pos="3823" userDrawn="1">
          <p15:clr>
            <a:srgbClr val="A4A3A4"/>
          </p15:clr>
        </p15:guide>
        <p15:guide id="8" pos="-21" userDrawn="1">
          <p15:clr>
            <a:srgbClr val="A4A3A4"/>
          </p15:clr>
        </p15:guide>
        <p15:guide id="9" pos="7680" userDrawn="1">
          <p15:clr>
            <a:srgbClr val="A4A3A4"/>
          </p15:clr>
        </p15:guide>
        <p15:guide id="10" orient="horz" pos="4320" userDrawn="1">
          <p15:clr>
            <a:srgbClr val="A4A3A4"/>
          </p15:clr>
        </p15:guide>
        <p15:guide id="11" pos="1347" userDrawn="1">
          <p15:clr>
            <a:srgbClr val="A4A3A4"/>
          </p15:clr>
        </p15:guide>
        <p15:guide id="12" pos="6310" userDrawn="1">
          <p15:clr>
            <a:srgbClr val="A4A3A4"/>
          </p15:clr>
        </p15:guide>
        <p15:guide id="13" pos="3832" userDrawn="1">
          <p15:clr>
            <a:srgbClr val="A4A3A4"/>
          </p15:clr>
        </p15:guide>
        <p15:guide id="14" orient="horz" pos="2167" userDrawn="1">
          <p15:clr>
            <a:srgbClr val="A4A3A4"/>
          </p15:clr>
        </p15:guide>
        <p15:guide id="17" orient="horz" pos="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ANG, Junchao [BSE]" initials="HJ["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D0808"/>
    <a:srgbClr val="11BBD9"/>
    <a:srgbClr val="1FB8F0"/>
    <a:srgbClr val="14F5FC"/>
    <a:srgbClr val="118CD9"/>
    <a:srgbClr val="113E6A"/>
    <a:srgbClr val="FFF200"/>
    <a:srgbClr val="49A942"/>
    <a:srgbClr val="8F000B"/>
    <a:srgbClr val="0944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99" autoAdjust="0"/>
    <p:restoredTop sz="86895" autoAdjust="0"/>
  </p:normalViewPr>
  <p:slideViewPr>
    <p:cSldViewPr snapToGrid="0" showGuides="1">
      <p:cViewPr varScale="1">
        <p:scale>
          <a:sx n="55" d="100"/>
          <a:sy n="55" d="100"/>
        </p:scale>
        <p:origin x="1116" y="36"/>
      </p:cViewPr>
      <p:guideLst>
        <p:guide pos="438"/>
        <p:guide pos="7229"/>
        <p:guide orient="horz" pos="3911"/>
        <p:guide orient="horz" pos="3823"/>
        <p:guide pos="-21"/>
        <p:guide pos="7680"/>
        <p:guide orient="horz" pos="4320"/>
        <p:guide pos="1347"/>
        <p:guide pos="6310"/>
        <p:guide pos="3832"/>
        <p:guide orient="horz" pos="2167"/>
        <p:guide orient="horz"/>
      </p:guideLst>
    </p:cSldViewPr>
  </p:slideViewPr>
  <p:notesTextViewPr>
    <p:cViewPr>
      <p:scale>
        <a:sx n="100" d="100"/>
        <a:sy n="100" d="100"/>
      </p:scale>
      <p:origin x="0" y="0"/>
    </p:cViewPr>
  </p:notesTextViewPr>
  <p:sorterViewPr>
    <p:cViewPr>
      <p:scale>
        <a:sx n="150" d="100"/>
        <a:sy n="150" d="100"/>
      </p:scale>
      <p:origin x="0" y="0"/>
    </p:cViewPr>
  </p:sorterViewPr>
  <p:notesViewPr>
    <p:cSldViewPr snapToGrid="0">
      <p:cViewPr varScale="1">
        <p:scale>
          <a:sx n="48" d="100"/>
          <a:sy n="48" d="100"/>
        </p:scale>
        <p:origin x="1896" y="3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30.xml"/><Relationship Id="rId14" Type="http://schemas.openxmlformats.org/officeDocument/2006/relationships/commentAuthors" Target="commen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8B1414-0B4D-4A4A-9194-B0D789AE13EB}" type="datetimeFigureOut">
              <a:rPr lang="zh-CN" altLang="en-US" smtClean="0">
                <a:ea typeface="微软雅黑" panose="020B0503020204020204" pitchFamily="34" charset="-122"/>
              </a:rPr>
            </a:fld>
            <a:endParaRPr lang="zh-CN" altLang="en-US" dirty="0">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C725FA-AC73-49EC-AAE0-3649C4BCD6CB}" type="slidenum">
              <a:rPr lang="zh-CN" altLang="en-US" smtClean="0">
                <a:ea typeface="微软雅黑" panose="020B0503020204020204" pitchFamily="34" charset="-122"/>
              </a:rPr>
            </a:fld>
            <a:endParaRPr lang="zh-CN" altLang="en-US" dirty="0">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anose="020B0503020204020204" pitchFamily="34" charset="-122"/>
              </a:defRPr>
            </a:lvl1pPr>
          </a:lstStyle>
          <a:p>
            <a:fld id="{C41F7E9C-8225-458D-BA71-57FAC54A8F53}"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DC990B09-5614-4441-986A-2B8D4B0D146A}"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C990B09-5614-4441-986A-2B8D4B0D146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C990B09-5614-4441-986A-2B8D4B0D146A}"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a:spLocks noEditPoints="1"/>
          </p:cNvSpPr>
          <p:nvPr userDrawn="1">
            <p:custDataLst>
              <p:tags r:id="rId3"/>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等腰三角形 7"/>
          <p:cNvSpPr/>
          <p:nvPr userDrawn="1">
            <p:custDataLst>
              <p:tags r:id="rId4"/>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p:cNvSpPr>
            <a:spLocks noGrp="1"/>
          </p:cNvSpPr>
          <p:nvPr>
            <p:ph type="body" sz="quarter" idx="10" hasCustomPrompt="1"/>
          </p:nvPr>
        </p:nvSpPr>
        <p:spPr>
          <a:xfrm>
            <a:off x="783811" y="2460080"/>
            <a:ext cx="10624378" cy="914400"/>
          </a:xfrm>
        </p:spPr>
        <p:txBody>
          <a:bodyPr anchor="ct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endParaRPr lang="zh-CN" altLang="en-US" dirty="0"/>
          </a:p>
        </p:txBody>
      </p:sp>
      <p:cxnSp>
        <p:nvCxnSpPr>
          <p:cNvPr id="13" name="直接连接符 12"/>
          <p:cNvCxnSpPr/>
          <p:nvPr userDrawn="1">
            <p:custDataLst>
              <p:tags r:id="rId5"/>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custDataLst>
              <p:tags r:id="rId6"/>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p:cNvSpPr>
            <a:spLocks noGrp="1"/>
          </p:cNvSpPr>
          <p:nvPr>
            <p:ph type="body" sz="quarter" idx="11" hasCustomPrompt="1"/>
          </p:nvPr>
        </p:nvSpPr>
        <p:spPr>
          <a:xfrm>
            <a:off x="4551428" y="3483521"/>
            <a:ext cx="2962556" cy="464999"/>
          </a:xfrm>
        </p:spPr>
        <p:txBody>
          <a:bodyPr anchor="ct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endParaRPr lang="zh-CN" altLang="en-US" dirty="0"/>
          </a:p>
        </p:txBody>
      </p:sp>
    </p:spTree>
  </p:cSld>
  <p:clrMapOvr>
    <a:masterClrMapping/>
  </p:clrMapOvr>
  <p:transition spd="slow" advClick="0" advTm="3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sp>
        <p:nvSpPr>
          <p:cNvPr id="6" name="矩形 5"/>
          <p:cNvSpPr/>
          <p:nvPr userDrawn="1"/>
        </p:nvSpPr>
        <p:spPr>
          <a:xfrm>
            <a:off x="-44910" y="0"/>
            <a:ext cx="4191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矩形 6"/>
          <p:cNvSpPr/>
          <p:nvPr userDrawn="1"/>
        </p:nvSpPr>
        <p:spPr>
          <a:xfrm>
            <a:off x="682590" y="2182609"/>
            <a:ext cx="2736000" cy="197556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userDrawn="1"/>
        </p:nvSpPr>
        <p:spPr>
          <a:xfrm>
            <a:off x="566829" y="2605275"/>
            <a:ext cx="2967522" cy="1015663"/>
          </a:xfrm>
          <a:prstGeom prst="rect">
            <a:avLst/>
          </a:prstGeom>
          <a:noFill/>
          <a:ln>
            <a:noFill/>
          </a:ln>
        </p:spPr>
        <p:txBody>
          <a:bodyPr wrap="square" rtlCol="0">
            <a:noAutofit/>
          </a:bodyPr>
          <a:lstStyle/>
          <a:p>
            <a:pPr algn="ctr"/>
            <a:r>
              <a:rPr lang="zh-CN" altLang="en-US" sz="6000" b="1" dirty="0">
                <a:solidFill>
                  <a:schemeClr val="bg1"/>
                </a:solidFill>
                <a:latin typeface="+mn-ea"/>
                <a:cs typeface="Arial" panose="020B0604020202020204" pitchFamily="34" charset="0"/>
              </a:rPr>
              <a:t>目录</a:t>
            </a:r>
            <a:endParaRPr lang="zh-CN" altLang="en-US" sz="6000" b="1" dirty="0">
              <a:solidFill>
                <a:schemeClr val="bg1"/>
              </a:solidFill>
              <a:latin typeface="+mn-ea"/>
              <a:cs typeface="Arial" panose="020B0604020202020204" pitchFamily="34" charset="0"/>
            </a:endParaRPr>
          </a:p>
        </p:txBody>
      </p:sp>
      <p:sp>
        <p:nvSpPr>
          <p:cNvPr id="9" name="任意多边形 8"/>
          <p:cNvSpPr>
            <a:spLocks noChangeAspect="1" noEditPoints="1"/>
          </p:cNvSpPr>
          <p:nvPr userDrawn="1"/>
        </p:nvSpPr>
        <p:spPr bwMode="auto">
          <a:xfrm>
            <a:off x="1343972" y="1403827"/>
            <a:ext cx="1451056" cy="129600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0" name="矩形 9"/>
          <p:cNvSpPr/>
          <p:nvPr userDrawn="1"/>
        </p:nvSpPr>
        <p:spPr>
          <a:xfrm>
            <a:off x="1241036" y="3525075"/>
            <a:ext cx="1598515" cy="400110"/>
          </a:xfrm>
          <a:prstGeom prst="rect">
            <a:avLst/>
          </a:prstGeom>
        </p:spPr>
        <p:txBody>
          <a:bodyPr wrap="none">
            <a:noAutofit/>
          </a:bodyPr>
          <a:lstStyle/>
          <a:p>
            <a:r>
              <a:rPr lang="en-US" altLang="zh-CN" sz="2000" dirty="0">
                <a:solidFill>
                  <a:schemeClr val="bg1"/>
                </a:solidFill>
              </a:rPr>
              <a:t>CONTENTS</a:t>
            </a:r>
            <a:endParaRPr lang="en-US" altLang="zh-CN" sz="2000" dirty="0">
              <a:solidFill>
                <a:schemeClr val="bg1"/>
              </a:solidFill>
            </a:endParaRPr>
          </a:p>
        </p:txBody>
      </p:sp>
    </p:spTree>
  </p:cSld>
  <p:clrMapOvr>
    <a:masterClrMapping/>
  </p:clrMapOvr>
  <p:transition spd="slow" advClick="0" advTm="3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20494"/>
          <a:stretch>
            <a:fillRect/>
          </a:stretch>
        </p:blipFill>
        <p:spPr>
          <a:xfrm>
            <a:off x="0" y="0"/>
            <a:ext cx="12192000" cy="3429000"/>
          </a:xfrm>
          <a:prstGeom prst="rect">
            <a:avLst/>
          </a:prstGeom>
        </p:spPr>
      </p:pic>
      <p:sp>
        <p:nvSpPr>
          <p:cNvPr id="7" name="矩形 6"/>
          <p:cNvSpPr/>
          <p:nvPr userDrawn="1"/>
        </p:nvSpPr>
        <p:spPr>
          <a:xfrm>
            <a:off x="0" y="0"/>
            <a:ext cx="12192000" cy="342900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userDrawn="1"/>
        </p:nvSpPr>
        <p:spPr>
          <a:xfrm>
            <a:off x="4772560" y="1130300"/>
            <a:ext cx="2646878" cy="1569660"/>
          </a:xfrm>
          <a:prstGeom prst="rect">
            <a:avLst/>
          </a:prstGeom>
          <a:noFill/>
        </p:spPr>
        <p:txBody>
          <a:bodyPr wrap="none" rtlCol="0">
            <a:noAutofit/>
          </a:bodyPr>
          <a:lstStyle/>
          <a:p>
            <a:r>
              <a:rPr lang="zh-CN" altLang="en-US" sz="9600" dirty="0">
                <a:solidFill>
                  <a:schemeClr val="bg1"/>
                </a:solidFill>
              </a:rPr>
              <a:t>目录</a:t>
            </a:r>
            <a:endParaRPr lang="zh-CN" altLang="en-US" sz="9600" dirty="0">
              <a:solidFill>
                <a:schemeClr val="bg1"/>
              </a:solidFill>
            </a:endParaRPr>
          </a:p>
        </p:txBody>
      </p:sp>
      <p:sp>
        <p:nvSpPr>
          <p:cNvPr id="9" name="矩形 8"/>
          <p:cNvSpPr/>
          <p:nvPr userDrawn="1"/>
        </p:nvSpPr>
        <p:spPr>
          <a:xfrm>
            <a:off x="4734088" y="2614203"/>
            <a:ext cx="2723823" cy="646331"/>
          </a:xfrm>
          <a:prstGeom prst="rect">
            <a:avLst/>
          </a:prstGeom>
        </p:spPr>
        <p:txBody>
          <a:bodyPr wrap="none">
            <a:noAutofit/>
          </a:bodyPr>
          <a:lstStyle/>
          <a:p>
            <a:r>
              <a:rPr lang="en-US" altLang="zh-CN" sz="3600" dirty="0">
                <a:solidFill>
                  <a:schemeClr val="bg1"/>
                </a:solidFill>
              </a:rPr>
              <a:t>CONTENTS</a:t>
            </a:r>
            <a:endParaRPr lang="en-US" altLang="zh-CN" sz="3600" dirty="0">
              <a:solidFill>
                <a:schemeClr val="bg1"/>
              </a:solidFill>
            </a:endParaRPr>
          </a:p>
        </p:txBody>
      </p:sp>
      <p:sp>
        <p:nvSpPr>
          <p:cNvPr id="10" name="矩形 9"/>
          <p:cNvSpPr/>
          <p:nvPr userDrawn="1"/>
        </p:nvSpPr>
        <p:spPr>
          <a:xfrm>
            <a:off x="682589" y="509286"/>
            <a:ext cx="10836311" cy="3078866"/>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transition spd="slow" advClick="0" advTm="3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页3">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53993" y="1123128"/>
            <a:ext cx="7954302" cy="4997836"/>
          </a:xfrm>
          <a:prstGeom prst="rect">
            <a:avLst/>
          </a:prstGeom>
        </p:spPr>
      </p:pic>
      <p:sp>
        <p:nvSpPr>
          <p:cNvPr id="7" name="矩形 6"/>
          <p:cNvSpPr/>
          <p:nvPr userDrawn="1"/>
        </p:nvSpPr>
        <p:spPr>
          <a:xfrm>
            <a:off x="660400" y="1130300"/>
            <a:ext cx="3095625" cy="5003800"/>
          </a:xfrm>
          <a:prstGeom prst="rect">
            <a:avLst/>
          </a:prstGeom>
          <a:gradFill flip="none" rotWithShape="1">
            <a:gsLst>
              <a:gs pos="46000">
                <a:schemeClr val="accent1"/>
              </a:gs>
              <a:gs pos="0">
                <a:schemeClr val="accent1"/>
              </a:gs>
              <a:gs pos="100000">
                <a:schemeClr val="accent1">
                  <a:lumMod val="85000"/>
                  <a:lumOff val="1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矩形 7"/>
          <p:cNvSpPr/>
          <p:nvPr userDrawn="1"/>
        </p:nvSpPr>
        <p:spPr>
          <a:xfrm flipH="1">
            <a:off x="8423275" y="1130300"/>
            <a:ext cx="3095625" cy="5003800"/>
          </a:xfrm>
          <a:prstGeom prst="rect">
            <a:avLst/>
          </a:prstGeom>
          <a:gradFill flip="none" rotWithShape="1">
            <a:gsLst>
              <a:gs pos="46000">
                <a:schemeClr val="accent1"/>
              </a:gs>
              <a:gs pos="0">
                <a:schemeClr val="accent1"/>
              </a:gs>
              <a:gs pos="100000">
                <a:schemeClr val="accent1">
                  <a:lumMod val="85000"/>
                  <a:lumOff val="1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658813" y="1117164"/>
            <a:ext cx="10858500" cy="50038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0" name="文本框 9"/>
          <p:cNvSpPr txBox="1"/>
          <p:nvPr userDrawn="1"/>
        </p:nvSpPr>
        <p:spPr>
          <a:xfrm>
            <a:off x="4998295" y="1130300"/>
            <a:ext cx="1891010" cy="455949"/>
          </a:xfrm>
          <a:custGeom>
            <a:avLst/>
            <a:gdLst/>
            <a:ahLst/>
            <a:cxnLst/>
            <a:rect l="l" t="t" r="r" b="b"/>
            <a:pathLst>
              <a:path w="1891010" h="455949">
                <a:moveTo>
                  <a:pt x="126801" y="168413"/>
                </a:moveTo>
                <a:lnTo>
                  <a:pt x="126801" y="271998"/>
                </a:lnTo>
                <a:lnTo>
                  <a:pt x="576857" y="271998"/>
                </a:lnTo>
                <a:lnTo>
                  <a:pt x="576857" y="168413"/>
                </a:lnTo>
                <a:close/>
                <a:moveTo>
                  <a:pt x="1510605" y="34468"/>
                </a:moveTo>
                <a:lnTo>
                  <a:pt x="1510605" y="71080"/>
                </a:lnTo>
                <a:cubicBezTo>
                  <a:pt x="1533227" y="103227"/>
                  <a:pt x="1559123" y="132099"/>
                  <a:pt x="1588293" y="157698"/>
                </a:cubicBezTo>
                <a:cubicBezTo>
                  <a:pt x="1638300" y="123170"/>
                  <a:pt x="1688306" y="82093"/>
                  <a:pt x="1738312" y="34468"/>
                </a:cubicBezTo>
                <a:close/>
                <a:moveTo>
                  <a:pt x="1168598" y="34468"/>
                </a:moveTo>
                <a:cubicBezTo>
                  <a:pt x="1204912" y="61257"/>
                  <a:pt x="1244500" y="92213"/>
                  <a:pt x="1287363" y="127337"/>
                </a:cubicBezTo>
                <a:lnTo>
                  <a:pt x="1214139" y="206811"/>
                </a:lnTo>
                <a:cubicBezTo>
                  <a:pt x="1275457" y="178236"/>
                  <a:pt x="1333500" y="149066"/>
                  <a:pt x="1388268" y="119300"/>
                </a:cubicBezTo>
                <a:lnTo>
                  <a:pt x="1388268" y="34468"/>
                </a:lnTo>
                <a:close/>
                <a:moveTo>
                  <a:pt x="1006971" y="0"/>
                </a:moveTo>
                <a:lnTo>
                  <a:pt x="1889224" y="0"/>
                </a:lnTo>
                <a:lnTo>
                  <a:pt x="1889224" y="34468"/>
                </a:lnTo>
                <a:lnTo>
                  <a:pt x="1748135" y="34468"/>
                </a:lnTo>
                <a:lnTo>
                  <a:pt x="1831181" y="121086"/>
                </a:lnTo>
                <a:cubicBezTo>
                  <a:pt x="1778198" y="156209"/>
                  <a:pt x="1727894" y="190738"/>
                  <a:pt x="1680269" y="224670"/>
                </a:cubicBezTo>
                <a:cubicBezTo>
                  <a:pt x="1740991" y="260389"/>
                  <a:pt x="1811238" y="288071"/>
                  <a:pt x="1891010" y="307716"/>
                </a:cubicBezTo>
                <a:cubicBezTo>
                  <a:pt x="1855291" y="355341"/>
                  <a:pt x="1828800" y="392548"/>
                  <a:pt x="1811535" y="419338"/>
                </a:cubicBezTo>
                <a:cubicBezTo>
                  <a:pt x="1691878" y="376475"/>
                  <a:pt x="1591568" y="308312"/>
                  <a:pt x="1510605" y="214848"/>
                </a:cubicBezTo>
                <a:lnTo>
                  <a:pt x="1510605" y="312181"/>
                </a:lnTo>
                <a:cubicBezTo>
                  <a:pt x="1510605" y="401478"/>
                  <a:pt x="1473398" y="447913"/>
                  <a:pt x="1398984" y="451484"/>
                </a:cubicBezTo>
                <a:cubicBezTo>
                  <a:pt x="1363265" y="453866"/>
                  <a:pt x="1318617" y="455354"/>
                  <a:pt x="1265039" y="455949"/>
                </a:cubicBezTo>
                <a:cubicBezTo>
                  <a:pt x="1256109" y="411301"/>
                  <a:pt x="1247179" y="373201"/>
                  <a:pt x="1238250" y="341649"/>
                </a:cubicBezTo>
                <a:cubicBezTo>
                  <a:pt x="1279921" y="344626"/>
                  <a:pt x="1312068" y="345816"/>
                  <a:pt x="1334690" y="345221"/>
                </a:cubicBezTo>
                <a:cubicBezTo>
                  <a:pt x="1370409" y="345221"/>
                  <a:pt x="1388268" y="326171"/>
                  <a:pt x="1388268" y="288071"/>
                </a:cubicBezTo>
                <a:lnTo>
                  <a:pt x="1388268" y="242530"/>
                </a:lnTo>
                <a:cubicBezTo>
                  <a:pt x="1253728" y="312181"/>
                  <a:pt x="1145083" y="370820"/>
                  <a:pt x="1062335" y="418445"/>
                </a:cubicBezTo>
                <a:lnTo>
                  <a:pt x="1003399" y="300573"/>
                </a:lnTo>
                <a:cubicBezTo>
                  <a:pt x="1074836" y="270807"/>
                  <a:pt x="1142702" y="240744"/>
                  <a:pt x="1206996" y="210383"/>
                </a:cubicBezTo>
                <a:cubicBezTo>
                  <a:pt x="1158180" y="163948"/>
                  <a:pt x="1112936" y="124956"/>
                  <a:pt x="1071264" y="93404"/>
                </a:cubicBezTo>
                <a:lnTo>
                  <a:pt x="1122164" y="34468"/>
                </a:lnTo>
                <a:lnTo>
                  <a:pt x="1006971" y="34468"/>
                </a:lnTo>
                <a:close/>
                <a:moveTo>
                  <a:pt x="0" y="0"/>
                </a:moveTo>
                <a:lnTo>
                  <a:pt x="126801" y="0"/>
                </a:lnTo>
                <a:lnTo>
                  <a:pt x="126801" y="54113"/>
                </a:lnTo>
                <a:lnTo>
                  <a:pt x="576857" y="54113"/>
                </a:lnTo>
                <a:lnTo>
                  <a:pt x="576857" y="0"/>
                </a:lnTo>
                <a:lnTo>
                  <a:pt x="703659" y="0"/>
                </a:lnTo>
                <a:lnTo>
                  <a:pt x="703659" y="450591"/>
                </a:lnTo>
                <a:lnTo>
                  <a:pt x="576857" y="450591"/>
                </a:lnTo>
                <a:lnTo>
                  <a:pt x="576857" y="389870"/>
                </a:lnTo>
                <a:lnTo>
                  <a:pt x="126801" y="389870"/>
                </a:lnTo>
                <a:lnTo>
                  <a:pt x="126801" y="450591"/>
                </a:lnTo>
                <a:lnTo>
                  <a:pt x="0" y="450591"/>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dist"/>
            <a:endParaRPr lang="zh-CN" altLang="en-US" sz="7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文本框 10"/>
          <p:cNvSpPr txBox="1"/>
          <p:nvPr userDrawn="1"/>
        </p:nvSpPr>
        <p:spPr>
          <a:xfrm>
            <a:off x="4888519" y="1576895"/>
            <a:ext cx="2078337" cy="400110"/>
          </a:xfrm>
          <a:prstGeom prst="rect">
            <a:avLst/>
          </a:prstGeom>
          <a:noFill/>
        </p:spPr>
        <p:txBody>
          <a:bodyPr wrap="square" rtlCol="0">
            <a:noAutofit/>
          </a:bodyPr>
          <a:lstStyle/>
          <a:p>
            <a:pPr algn="dist"/>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文本框 11"/>
          <p:cNvSpPr txBox="1"/>
          <p:nvPr userDrawn="1"/>
        </p:nvSpPr>
        <p:spPr>
          <a:xfrm>
            <a:off x="4998295" y="737036"/>
            <a:ext cx="1889224" cy="393264"/>
          </a:xfrm>
          <a:custGeom>
            <a:avLst/>
            <a:gdLst/>
            <a:ahLst/>
            <a:cxnLst/>
            <a:rect l="l" t="t" r="r" b="b"/>
            <a:pathLst>
              <a:path w="1889224" h="393264">
                <a:moveTo>
                  <a:pt x="126801" y="136624"/>
                </a:moveTo>
                <a:lnTo>
                  <a:pt x="126801" y="234851"/>
                </a:lnTo>
                <a:lnTo>
                  <a:pt x="576857" y="234851"/>
                </a:lnTo>
                <a:lnTo>
                  <a:pt x="576857" y="136624"/>
                </a:lnTo>
                <a:close/>
                <a:moveTo>
                  <a:pt x="0" y="18752"/>
                </a:moveTo>
                <a:lnTo>
                  <a:pt x="703659" y="18752"/>
                </a:lnTo>
                <a:lnTo>
                  <a:pt x="703659" y="393264"/>
                </a:lnTo>
                <a:lnTo>
                  <a:pt x="576857" y="393264"/>
                </a:lnTo>
                <a:lnTo>
                  <a:pt x="576857" y="349151"/>
                </a:lnTo>
                <a:lnTo>
                  <a:pt x="126801" y="349151"/>
                </a:lnTo>
                <a:lnTo>
                  <a:pt x="126801" y="393264"/>
                </a:lnTo>
                <a:lnTo>
                  <a:pt x="0" y="393264"/>
                </a:lnTo>
                <a:close/>
                <a:moveTo>
                  <a:pt x="1081087" y="0"/>
                </a:moveTo>
                <a:lnTo>
                  <a:pt x="1765101" y="0"/>
                </a:lnTo>
                <a:lnTo>
                  <a:pt x="1765101" y="323255"/>
                </a:lnTo>
                <a:lnTo>
                  <a:pt x="1889224" y="323255"/>
                </a:lnTo>
                <a:lnTo>
                  <a:pt x="1889224" y="393264"/>
                </a:lnTo>
                <a:lnTo>
                  <a:pt x="1006970" y="393264"/>
                </a:lnTo>
                <a:lnTo>
                  <a:pt x="1006970" y="323255"/>
                </a:lnTo>
                <a:lnTo>
                  <a:pt x="1642764" y="323255"/>
                </a:lnTo>
                <a:lnTo>
                  <a:pt x="1642764" y="263426"/>
                </a:lnTo>
                <a:lnTo>
                  <a:pt x="1112341" y="263426"/>
                </a:lnTo>
                <a:lnTo>
                  <a:pt x="1112341" y="164306"/>
                </a:lnTo>
                <a:lnTo>
                  <a:pt x="1642764" y="164306"/>
                </a:lnTo>
                <a:lnTo>
                  <a:pt x="1642764" y="104477"/>
                </a:lnTo>
                <a:lnTo>
                  <a:pt x="1081087" y="104477"/>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dist"/>
            <a:endParaRPr lang="zh-CN" altLang="en-US" sz="7200" b="1" dirty="0">
              <a:solidFill>
                <a:schemeClr val="accent3"/>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矩形 12"/>
          <p:cNvSpPr/>
          <p:nvPr userDrawn="1"/>
        </p:nvSpPr>
        <p:spPr>
          <a:xfrm>
            <a:off x="315686" y="368300"/>
            <a:ext cx="11560628" cy="6248400"/>
          </a:xfrm>
          <a:prstGeom prst="rect">
            <a:avLst/>
          </a:prstGeom>
          <a:noFill/>
          <a:ln w="88900">
            <a:gradFill flip="none" rotWithShape="1">
              <a:gsLst>
                <a:gs pos="0">
                  <a:schemeClr val="accent1">
                    <a:lumMod val="60000"/>
                    <a:lumOff val="40000"/>
                  </a:schemeClr>
                </a:gs>
                <a:gs pos="100000">
                  <a:schemeClr val="accent1"/>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advClick="0" advTm="3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过渡页1">
    <p:bg>
      <p:bgPr>
        <a:solidFill>
          <a:schemeClr val="accent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928319"/>
            <a:ext cx="9144000" cy="813556"/>
          </a:xfrm>
        </p:spPr>
        <p:txBody>
          <a:bodyPr anchor="ctr">
            <a:noAutofit/>
          </a:bodyPr>
          <a:lstStyle>
            <a:lvl1pPr algn="ctr">
              <a:lnSpc>
                <a:spcPct val="100000"/>
              </a:lnSpc>
              <a:defRPr sz="4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7" name="任意多边形 6"/>
          <p:cNvSpPr>
            <a:spLocks noEditPoints="1"/>
          </p:cNvSpPr>
          <p:nvPr userDrawn="1"/>
        </p:nvSpPr>
        <p:spPr bwMode="auto">
          <a:xfrm>
            <a:off x="5251126" y="1326369"/>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advTm="3000"/>
    </mc:Choice>
    <mc:Fallback>
      <p:transition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矩形 5"/>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660400" y="1244906"/>
            <a:ext cx="3051672" cy="3051672"/>
          </a:xfrm>
          <a:prstGeom prst="ellips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a:spLocks noChangeAspect="1" noEditPoints="1"/>
          </p:cNvSpPr>
          <p:nvPr userDrawn="1"/>
        </p:nvSpPr>
        <p:spPr bwMode="auto">
          <a:xfrm>
            <a:off x="931795" y="1650347"/>
            <a:ext cx="2508883" cy="2240790"/>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solidFill>
              <a:schemeClr val="accent1"/>
            </a:solidFill>
          </a:ln>
        </p:spPr>
        <p:txBody>
          <a:bodyPr vert="horz" wrap="square" lIns="91440" tIns="45720" rIns="91440" bIns="45720" numCol="1" anchor="t" anchorCtr="0" compatLnSpc="1"/>
          <a:lstStyle/>
          <a:p>
            <a:endParaRPr lang="zh-CN" altLang="en-US"/>
          </a:p>
        </p:txBody>
      </p:sp>
      <p:sp>
        <p:nvSpPr>
          <p:cNvPr id="11" name="文本占位符 10"/>
          <p:cNvSpPr>
            <a:spLocks noGrp="1"/>
          </p:cNvSpPr>
          <p:nvPr>
            <p:ph type="body" sz="quarter" idx="10" hasCustomPrompt="1"/>
          </p:nvPr>
        </p:nvSpPr>
        <p:spPr>
          <a:xfrm>
            <a:off x="4769625" y="2459403"/>
            <a:ext cx="6761975" cy="886858"/>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endParaRPr lang="zh-CN" altLang="en-US" dirty="0"/>
          </a:p>
        </p:txBody>
      </p:sp>
    </p:spTree>
  </p:cSld>
  <p:clrMapOvr>
    <a:masterClrMapping/>
  </p:clrMapOvr>
  <p:transition spd="slow" advClick="0" advTm="3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矩形 5"/>
          <p:cNvSpPr/>
          <p:nvPr userDrawn="1"/>
        </p:nvSpPr>
        <p:spPr>
          <a:xfrm>
            <a:off x="0" y="2247441"/>
            <a:ext cx="12191999" cy="1310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燕尾形 7"/>
          <p:cNvSpPr/>
          <p:nvPr userDrawn="1"/>
        </p:nvSpPr>
        <p:spPr>
          <a:xfrm>
            <a:off x="1240775" y="2247441"/>
            <a:ext cx="2610998" cy="1310783"/>
          </a:xfrm>
          <a:prstGeom prst="chevron">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userDrawn="1"/>
        </p:nvSpPr>
        <p:spPr>
          <a:xfrm>
            <a:off x="1249509" y="2247441"/>
            <a:ext cx="2190921" cy="1310783"/>
          </a:xfrm>
          <a:prstGeom prst="chevron">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文本占位符 10"/>
          <p:cNvSpPr>
            <a:spLocks noGrp="1"/>
          </p:cNvSpPr>
          <p:nvPr>
            <p:ph type="body" sz="quarter" idx="10" hasCustomPrompt="1"/>
          </p:nvPr>
        </p:nvSpPr>
        <p:spPr>
          <a:xfrm>
            <a:off x="4463697" y="2443477"/>
            <a:ext cx="6568738" cy="918710"/>
          </a:xfrm>
        </p:spPr>
        <p:txBody>
          <a:bodyPr anchor="ctr">
            <a:noAutofit/>
          </a:bodyPr>
          <a:lstStyle>
            <a:lvl1pPr marL="0" indent="0">
              <a:lnSpc>
                <a:spcPct val="100000"/>
              </a:lnSpc>
              <a:spcBef>
                <a:spcPts val="0"/>
              </a:spcBef>
              <a:buNone/>
              <a:defRPr sz="4400" b="1">
                <a:solidFill>
                  <a:schemeClr val="bg1"/>
                </a:solidFill>
              </a:defRPr>
            </a:lvl1pPr>
          </a:lstStyle>
          <a:p>
            <a:pPr lvl="0"/>
            <a:r>
              <a:rPr lang="zh-CN" altLang="en-US" dirty="0"/>
              <a:t>编辑母版文本样式</a:t>
            </a:r>
            <a:endParaRPr lang="zh-CN" altLang="en-US" dirty="0"/>
          </a:p>
        </p:txBody>
      </p:sp>
    </p:spTree>
  </p:cSld>
  <p:clrMapOvr>
    <a:masterClrMapping/>
  </p:clrMapOvr>
  <p:transition spd="slow" advClick="0" advTm="3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1">
    <p:spTree>
      <p:nvGrpSpPr>
        <p:cNvPr id="1" name=""/>
        <p:cNvGrpSpPr/>
        <p:nvPr/>
      </p:nvGrpSpPr>
      <p:grpSpPr>
        <a:xfrm>
          <a:off x="0" y="0"/>
          <a:ext cx="0" cy="0"/>
          <a:chOff x="0" y="0"/>
          <a:chExt cx="0" cy="0"/>
        </a:xfrm>
      </p:grpSpPr>
      <p:sp>
        <p:nvSpPr>
          <p:cNvPr id="7" name="矩形 6"/>
          <p:cNvSpPr/>
          <p:nvPr userDrawn="1"/>
        </p:nvSpPr>
        <p:spPr>
          <a:xfrm>
            <a:off x="0" y="226777"/>
            <a:ext cx="12191999" cy="8019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5"/>
          <p:cNvSpPr>
            <a:spLocks noEditPoints="1"/>
          </p:cNvSpPr>
          <p:nvPr userDrawn="1"/>
        </p:nvSpPr>
        <p:spPr bwMode="auto">
          <a:xfrm>
            <a:off x="277246" y="344279"/>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5"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内容页2">
    <p:spTree>
      <p:nvGrpSpPr>
        <p:cNvPr id="1" name=""/>
        <p:cNvGrpSpPr/>
        <p:nvPr/>
      </p:nvGrpSpPr>
      <p:grpSpPr>
        <a:xfrm>
          <a:off x="0" y="0"/>
          <a:ext cx="0" cy="0"/>
          <a:chOff x="0" y="0"/>
          <a:chExt cx="0" cy="0"/>
        </a:xfrm>
      </p:grpSpPr>
      <p:sp>
        <p:nvSpPr>
          <p:cNvPr id="2" name="标题 1"/>
          <p:cNvSpPr>
            <a:spLocks noGrp="1"/>
          </p:cNvSpPr>
          <p:nvPr>
            <p:ph type="title"/>
          </p:nvPr>
        </p:nvSpPr>
        <p:spPr>
          <a:xfrm>
            <a:off x="1302657" y="337014"/>
            <a:ext cx="5258480" cy="682623"/>
          </a:xfrm>
        </p:spPr>
        <p:txBody>
          <a:bodyPr>
            <a:noAutofit/>
          </a:bodyPr>
          <a:lstStyle>
            <a:lvl1pPr>
              <a:defRPr sz="3200" b="1">
                <a:solidFill>
                  <a:schemeClr val="tx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6" name="任意多边形 5"/>
          <p:cNvSpPr>
            <a:spLocks noEditPoints="1"/>
          </p:cNvSpPr>
          <p:nvPr userDrawn="1"/>
        </p:nvSpPr>
        <p:spPr bwMode="auto">
          <a:xfrm>
            <a:off x="507321" y="396194"/>
            <a:ext cx="766308" cy="684421"/>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4" name="矩形 3"/>
          <p:cNvSpPr/>
          <p:nvPr userDrawn="1"/>
        </p:nvSpPr>
        <p:spPr>
          <a:xfrm>
            <a:off x="8968125" y="6307719"/>
            <a:ext cx="2031325" cy="338554"/>
          </a:xfrm>
          <a:prstGeom prst="rect">
            <a:avLst/>
          </a:prstGeom>
        </p:spPr>
        <p:txBody>
          <a:bodyPr wrap="none">
            <a:spAutoFit/>
          </a:bodyPr>
          <a:lstStyle/>
          <a:p>
            <a:r>
              <a:rPr lang="zh-CN" altLang="en-US" sz="1600" b="1" dirty="0">
                <a:solidFill>
                  <a:schemeClr val="accent1"/>
                </a:solidFill>
              </a:rPr>
              <a:t>明德厚学，求是创新</a:t>
            </a:r>
            <a:endParaRPr lang="zh-CN" altLang="en-US" sz="1600" b="1" dirty="0">
              <a:solidFill>
                <a:schemeClr val="accent1"/>
              </a:solidFill>
            </a:endParaRPr>
          </a:p>
        </p:txBody>
      </p:sp>
      <p:cxnSp>
        <p:nvCxnSpPr>
          <p:cNvPr id="5" name="直接连接符 4"/>
          <p:cNvCxnSpPr/>
          <p:nvPr userDrawn="1"/>
        </p:nvCxnSpPr>
        <p:spPr>
          <a:xfrm>
            <a:off x="660400" y="6492385"/>
            <a:ext cx="8039100"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11081657" y="6492385"/>
            <a:ext cx="437243" cy="0"/>
          </a:xfrm>
          <a:prstGeom prst="line">
            <a:avLst/>
          </a:prstGeom>
          <a:ln w="15875">
            <a:headEnd type="ova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结尾页1">
    <p:bg>
      <p:bgPr>
        <a:solidFill>
          <a:schemeClr val="accent1"/>
        </a:solidFill>
        <a:effectLst/>
      </p:bgPr>
    </p:bg>
    <p:spTree>
      <p:nvGrpSpPr>
        <p:cNvPr id="1" name=""/>
        <p:cNvGrpSpPr/>
        <p:nvPr/>
      </p:nvGrpSpPr>
      <p:grpSpPr>
        <a:xfrm>
          <a:off x="0" y="0"/>
          <a:ext cx="0" cy="0"/>
          <a:chOff x="0" y="0"/>
          <a:chExt cx="0" cy="0"/>
        </a:xfrm>
      </p:grpSpPr>
      <p:sp>
        <p:nvSpPr>
          <p:cNvPr id="6" name="标题 5"/>
          <p:cNvSpPr>
            <a:spLocks noGrp="1"/>
          </p:cNvSpPr>
          <p:nvPr>
            <p:ph type="ctrTitle"/>
          </p:nvPr>
        </p:nvSpPr>
        <p:spPr>
          <a:xfrm>
            <a:off x="1524000" y="2544006"/>
            <a:ext cx="9144000" cy="813556"/>
          </a:xfrm>
        </p:spPr>
        <p:txBody>
          <a:bodyPr/>
          <a:lstStyle/>
          <a:p>
            <a:endParaRPr lang="zh-CN" altLang="en-US"/>
          </a:p>
        </p:txBody>
      </p:sp>
      <p:sp>
        <p:nvSpPr>
          <p:cNvPr id="7" name="矩形 6"/>
          <p:cNvSpPr/>
          <p:nvPr userDrawn="1"/>
        </p:nvSpPr>
        <p:spPr>
          <a:xfrm>
            <a:off x="0" y="2544006"/>
            <a:ext cx="12192000" cy="2114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六边形 14"/>
          <p:cNvSpPr/>
          <p:nvPr userDrawn="1"/>
        </p:nvSpPr>
        <p:spPr>
          <a:xfrm flipH="1">
            <a:off x="8436660"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a:spLocks noChangeArrowheads="1"/>
          </p:cNvSpPr>
          <p:nvPr/>
        </p:nvSpPr>
        <p:spPr bwMode="auto">
          <a:xfrm>
            <a:off x="4290815" y="2970605"/>
            <a:ext cx="370967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6600" b="1" dirty="0">
                <a:solidFill>
                  <a:schemeClr val="accent1"/>
                </a:solidFill>
                <a:latin typeface="+mn-lt"/>
                <a:ea typeface="微软雅黑" panose="020B0503020204020204" pitchFamily="34" charset="-122"/>
              </a:rPr>
              <a:t>THANKS</a:t>
            </a:r>
            <a:endParaRPr lang="en-US" altLang="zh-CN" sz="6600" b="1" dirty="0">
              <a:solidFill>
                <a:schemeClr val="accent1"/>
              </a:solidFill>
              <a:latin typeface="+mn-lt"/>
              <a:ea typeface="微软雅黑" panose="020B0503020204020204" pitchFamily="34" charset="-122"/>
            </a:endParaRPr>
          </a:p>
        </p:txBody>
      </p:sp>
      <p:sp>
        <p:nvSpPr>
          <p:cNvPr id="11" name="文本框 10"/>
          <p:cNvSpPr txBox="1">
            <a:spLocks noChangeArrowheads="1"/>
          </p:cNvSpPr>
          <p:nvPr/>
        </p:nvSpPr>
        <p:spPr bwMode="auto">
          <a:xfrm>
            <a:off x="4906417" y="3868246"/>
            <a:ext cx="247846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defRPr/>
            </a:pPr>
            <a:r>
              <a:rPr lang="zh-CN" altLang="en-US" sz="1800" dirty="0">
                <a:latin typeface="+mn-ea"/>
                <a:ea typeface="+mn-ea"/>
              </a:rPr>
              <a:t>敬请各位老师指导</a:t>
            </a:r>
            <a:endParaRPr lang="zh-CN" altLang="en-US" sz="1800" dirty="0">
              <a:latin typeface="+mn-ea"/>
              <a:ea typeface="+mn-ea"/>
            </a:endParaRPr>
          </a:p>
        </p:txBody>
      </p:sp>
      <p:sp>
        <p:nvSpPr>
          <p:cNvPr id="12" name="任意多边形 11"/>
          <p:cNvSpPr>
            <a:spLocks noEditPoints="1"/>
          </p:cNvSpPr>
          <p:nvPr userDrawn="1"/>
        </p:nvSpPr>
        <p:spPr bwMode="auto">
          <a:xfrm>
            <a:off x="5251126" y="1034822"/>
            <a:ext cx="1689749" cy="150918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3" name="六边形 12"/>
          <p:cNvSpPr/>
          <p:nvPr userDrawn="1"/>
        </p:nvSpPr>
        <p:spPr>
          <a:xfrm>
            <a:off x="3417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六边形 13"/>
          <p:cNvSpPr/>
          <p:nvPr userDrawn="1"/>
        </p:nvSpPr>
        <p:spPr>
          <a:xfrm flipH="1">
            <a:off x="7977478"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六边形 16"/>
          <p:cNvSpPr/>
          <p:nvPr userDrawn="1"/>
        </p:nvSpPr>
        <p:spPr>
          <a:xfrm>
            <a:off x="3003633" y="3283084"/>
            <a:ext cx="828000" cy="540000"/>
          </a:xfrm>
          <a:prstGeom prst="hexagon">
            <a:avLst>
              <a:gd name="adj" fmla="val 54046"/>
              <a:gd name="vf" fmla="val 115470"/>
            </a:avLst>
          </a:prstGeom>
          <a:gradFill flip="none" rotWithShape="1">
            <a:gsLst>
              <a:gs pos="23000">
                <a:schemeClr val="accent1"/>
              </a:gs>
              <a:gs pos="49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userDrawn="1"/>
        </p:nvCxnSpPr>
        <p:spPr>
          <a:xfrm>
            <a:off x="3023163" y="4007789"/>
            <a:ext cx="1610482" cy="8222"/>
          </a:xfrm>
          <a:prstGeom prst="line">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7612132" y="4007789"/>
            <a:ext cx="1610482" cy="8222"/>
          </a:xfrm>
          <a:prstGeom prst="line">
            <a:avLst/>
          </a:prstGeom>
          <a:ln>
            <a:solidFill>
              <a:schemeClr val="accent1"/>
            </a:solidFill>
            <a:headEnd type="ova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Click="0" advTm="3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结尾页2">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0" y="1653703"/>
            <a:ext cx="12192000" cy="3051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a:spLocks noEditPoints="1"/>
          </p:cNvSpPr>
          <p:nvPr userDrawn="1">
            <p:custDataLst>
              <p:tags r:id="rId3"/>
            </p:custDataLst>
          </p:nvPr>
        </p:nvSpPr>
        <p:spPr bwMode="auto">
          <a:xfrm>
            <a:off x="8599210" y="5290741"/>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8" name="等腰三角形 7"/>
          <p:cNvSpPr/>
          <p:nvPr userDrawn="1">
            <p:custDataLst>
              <p:tags r:id="rId4"/>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占位符 10"/>
          <p:cNvSpPr>
            <a:spLocks noGrp="1"/>
          </p:cNvSpPr>
          <p:nvPr>
            <p:ph type="body" sz="quarter" idx="10" hasCustomPrompt="1"/>
          </p:nvPr>
        </p:nvSpPr>
        <p:spPr>
          <a:xfrm>
            <a:off x="783811" y="2460080"/>
            <a:ext cx="10624378" cy="914400"/>
          </a:xfrm>
        </p:spPr>
        <p:txBody>
          <a:bodyPr>
            <a:noAutofit/>
          </a:bodyPr>
          <a:lstStyle>
            <a:lvl1pPr marL="0" indent="0" algn="ctr">
              <a:lnSpc>
                <a:spcPct val="100000"/>
              </a:lnSpc>
              <a:spcBef>
                <a:spcPts val="0"/>
              </a:spcBef>
              <a:buNone/>
              <a:defRPr sz="4400" b="1">
                <a:solidFill>
                  <a:schemeClr val="bg1"/>
                </a:solidFill>
                <a:latin typeface="+mn-ea"/>
                <a:ea typeface="+mn-ea"/>
              </a:defRPr>
            </a:lvl1pPr>
            <a:lvl2pPr marL="457200" indent="0">
              <a:buNone/>
              <a:defRPr/>
            </a:lvl2pPr>
          </a:lstStyle>
          <a:p>
            <a:pPr lvl="0"/>
            <a:r>
              <a:rPr lang="zh-CN" altLang="en-US" dirty="0"/>
              <a:t>编辑母版文本样</a:t>
            </a:r>
            <a:endParaRPr lang="zh-CN" altLang="en-US" dirty="0"/>
          </a:p>
        </p:txBody>
      </p:sp>
      <p:cxnSp>
        <p:nvCxnSpPr>
          <p:cNvPr id="13" name="直接连接符 12"/>
          <p:cNvCxnSpPr/>
          <p:nvPr userDrawn="1">
            <p:custDataLst>
              <p:tags r:id="rId5"/>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custDataLst>
              <p:tags r:id="rId6"/>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6" name="文本占位符 15"/>
          <p:cNvSpPr>
            <a:spLocks noGrp="1"/>
          </p:cNvSpPr>
          <p:nvPr>
            <p:ph type="body" sz="quarter" idx="11" hasCustomPrompt="1"/>
          </p:nvPr>
        </p:nvSpPr>
        <p:spPr>
          <a:xfrm>
            <a:off x="4551428" y="3483521"/>
            <a:ext cx="2962556" cy="464999"/>
          </a:xfrm>
        </p:spPr>
        <p:txBody>
          <a:bodyPr>
            <a:noAutofit/>
          </a:bodyPr>
          <a:lstStyle>
            <a:lvl1pPr marL="0" indent="0" algn="ctr">
              <a:lnSpc>
                <a:spcPct val="100000"/>
              </a:lnSpc>
              <a:spcBef>
                <a:spcPts val="0"/>
              </a:spcBef>
              <a:buNone/>
              <a:defRPr sz="2000">
                <a:solidFill>
                  <a:schemeClr val="bg1"/>
                </a:solidFill>
              </a:defRPr>
            </a:lvl1pPr>
            <a:lvl2pPr marL="457200" indent="0">
              <a:buNone/>
              <a:defRPr/>
            </a:lvl2pPr>
            <a:lvl5pPr marL="1828800" indent="0">
              <a:buNone/>
              <a:defRPr/>
            </a:lvl5pPr>
          </a:lstStyle>
          <a:p>
            <a:pPr lvl="0"/>
            <a:r>
              <a:rPr lang="zh-CN" altLang="en-US" dirty="0"/>
              <a:t>编辑母版文本样式</a:t>
            </a:r>
            <a:endParaRPr lang="zh-CN" altLang="en-US" dirty="0"/>
          </a:p>
        </p:txBody>
      </p:sp>
    </p:spTree>
  </p:cSld>
  <p:clrMapOvr>
    <a:masterClrMapping/>
  </p:clrMapOvr>
  <p:transition spd="slow" advClick="0" advTm="300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_3Column_Red">
    <p:bg>
      <p:bgPr>
        <a:solidFill>
          <a:schemeClr val="bg1"/>
        </a:solidFill>
        <a:effectLst/>
      </p:bgPr>
    </p:bg>
    <p:spTree>
      <p:nvGrpSpPr>
        <p:cNvPr id="1" name=""/>
        <p:cNvGrpSpPr/>
        <p:nvPr/>
      </p:nvGrpSpPr>
      <p:grpSpPr>
        <a:xfrm>
          <a:off x="0" y="0"/>
          <a:ext cx="0" cy="0"/>
          <a:chOff x="0" y="0"/>
          <a:chExt cx="0" cy="0"/>
        </a:xfrm>
      </p:grpSpPr>
      <p:pic>
        <p:nvPicPr>
          <p:cNvPr id="4" name="图片 3" descr="形状&#10;&#10;描述已自动生成"/>
          <p:cNvPicPr>
            <a:picLocks noChangeAspect="1"/>
          </p:cNvPicPr>
          <p:nvPr userDrawn="1"/>
        </p:nvPicPr>
        <p:blipFill>
          <a:blip r:embed="rId2"/>
          <a:stretch>
            <a:fillRect/>
          </a:stretch>
        </p:blipFill>
        <p:spPr>
          <a:xfrm>
            <a:off x="0" y="0"/>
            <a:ext cx="12192000" cy="6858000"/>
          </a:xfrm>
          <a:prstGeom prst="rect">
            <a:avLst/>
          </a:prstGeom>
        </p:spPr>
      </p:pic>
      <p:sp>
        <p:nvSpPr>
          <p:cNvPr id="7" name="文本占位符 6"/>
          <p:cNvSpPr>
            <a:spLocks noGrp="1"/>
          </p:cNvSpPr>
          <p:nvPr>
            <p:ph type="body" sz="quarter" idx="11" hasCustomPrompt="1"/>
          </p:nvPr>
        </p:nvSpPr>
        <p:spPr>
          <a:xfrm>
            <a:off x="440603" y="182445"/>
            <a:ext cx="1657138" cy="287259"/>
          </a:xfrm>
          <a:prstGeom prst="rect">
            <a:avLst/>
          </a:prstGeom>
        </p:spPr>
        <p:txBody>
          <a:bodyPr/>
          <a:lstStyle>
            <a:lvl1pPr marL="0" indent="0">
              <a:lnSpc>
                <a:spcPct val="100000"/>
              </a:lnSpc>
              <a:buNone/>
              <a:defRPr sz="1100" b="0" i="0" baseline="0">
                <a:solidFill>
                  <a:schemeClr val="bg1"/>
                </a:solidFill>
                <a:latin typeface="微软雅黑 Light" panose="020B0502040204020203" pitchFamily="34" charset="-122"/>
                <a:ea typeface="微软雅黑 Light" panose="020B0502040204020203" pitchFamily="34" charset="-122"/>
                <a:cs typeface="Segoe UI Light" panose="020B0502040204020203" charset="0"/>
              </a:defRPr>
            </a:lvl1pPr>
          </a:lstStyle>
          <a:p>
            <a:pPr lvl="0"/>
            <a:r>
              <a:rPr kumimoji="1" lang="en-US" altLang="zh-CN" dirty="0" err="1"/>
              <a:t>OfficePLUS</a:t>
            </a:r>
            <a:endParaRPr kumimoji="1" lang="zh-CN" altLang="en-US" dirty="0"/>
          </a:p>
        </p:txBody>
      </p:sp>
      <p:sp>
        <p:nvSpPr>
          <p:cNvPr id="9" name="文本占位符 8"/>
          <p:cNvSpPr>
            <a:spLocks noGrp="1"/>
          </p:cNvSpPr>
          <p:nvPr>
            <p:ph type="body" sz="quarter" idx="13" hasCustomPrompt="1"/>
          </p:nvPr>
        </p:nvSpPr>
        <p:spPr>
          <a:xfrm>
            <a:off x="4153012" y="759876"/>
            <a:ext cx="7074345"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pitchFamily="34" charset="-122"/>
                <a:ea typeface="微软雅黑 Light" panose="020B0502040204020203" pitchFamily="34" charset="-122"/>
                <a:cs typeface="微软雅黑 Light" panose="020B0502040204020203" pitchFamily="34" charset="-122"/>
              </a:defRPr>
            </a:lvl1pPr>
          </a:lstStyle>
          <a:p>
            <a:pPr lvl="0"/>
            <a:r>
              <a:rPr kumimoji="1" lang="en-US" altLang="zh-CN" dirty="0" err="1"/>
              <a:t>OfficePLUS</a:t>
            </a:r>
            <a:endParaRPr kumimoji="1" lang="zh-CN" altLang="en-US" dirty="0"/>
          </a:p>
        </p:txBody>
      </p:sp>
      <p:sp>
        <p:nvSpPr>
          <p:cNvPr id="10" name="文本占位符 9"/>
          <p:cNvSpPr>
            <a:spLocks noGrp="1"/>
          </p:cNvSpPr>
          <p:nvPr>
            <p:ph type="body" sz="quarter" idx="14" hasCustomPrompt="1"/>
          </p:nvPr>
        </p:nvSpPr>
        <p:spPr>
          <a:xfrm>
            <a:off x="4153012" y="182445"/>
            <a:ext cx="2259871" cy="287259"/>
          </a:xfrm>
          <a:prstGeom prst="rect">
            <a:avLst/>
          </a:prstGeom>
        </p:spPr>
        <p:txBody>
          <a:bodyPr/>
          <a:lstStyle>
            <a:lvl1pPr marL="0" indent="0">
              <a:lnSpc>
                <a:spcPct val="100000"/>
              </a:lnSpc>
              <a:buNone/>
              <a:defRPr sz="1100" b="0" i="0" baseline="0">
                <a:solidFill>
                  <a:schemeClr val="bg1"/>
                </a:solidFill>
                <a:latin typeface="微软雅黑 Light" panose="020B0502040204020203" pitchFamily="34" charset="-122"/>
                <a:ea typeface="微软雅黑 Light" panose="020B0502040204020203" pitchFamily="34" charset="-122"/>
                <a:cs typeface="Segoe UI Light" panose="020B0502040204020203" charset="0"/>
              </a:defRPr>
            </a:lvl1pPr>
          </a:lstStyle>
          <a:p>
            <a:pPr lvl="0"/>
            <a:r>
              <a:rPr kumimoji="1" lang="en-US" altLang="zh-CN"/>
              <a:t>OfficePLUS</a:t>
            </a:r>
            <a:endParaRPr kumimoji="1" lang="zh-CN" altLang="en-US"/>
          </a:p>
        </p:txBody>
      </p:sp>
      <p:sp>
        <p:nvSpPr>
          <p:cNvPr id="11" name="文本占位符 10"/>
          <p:cNvSpPr>
            <a:spLocks noGrp="1"/>
          </p:cNvSpPr>
          <p:nvPr>
            <p:ph type="body" sz="quarter" idx="10" hasCustomPrompt="1"/>
          </p:nvPr>
        </p:nvSpPr>
        <p:spPr>
          <a:xfrm>
            <a:off x="440603" y="759873"/>
            <a:ext cx="1657138" cy="440267"/>
          </a:xfrm>
          <a:prstGeom prst="rect">
            <a:avLst/>
          </a:prstGeom>
        </p:spPr>
        <p:txBody>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1865" b="0" i="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kumimoji="1" lang="en-US" altLang="zh-CN"/>
              <a:t>OfficePLUS</a:t>
            </a:r>
            <a:endParaRPr kumimoji="1" lang="zh-CN" altLang="en-US"/>
          </a:p>
        </p:txBody>
      </p:sp>
      <p:sp>
        <p:nvSpPr>
          <p:cNvPr id="6" name="文本占位符 5"/>
          <p:cNvSpPr>
            <a:spLocks noGrp="1"/>
          </p:cNvSpPr>
          <p:nvPr>
            <p:ph type="body" sz="quarter" idx="15" hasCustomPrompt="1"/>
          </p:nvPr>
        </p:nvSpPr>
        <p:spPr>
          <a:xfrm>
            <a:off x="440603" y="1490309"/>
            <a:ext cx="1657138" cy="4607818"/>
          </a:xfrm>
          <a:prstGeom prst="rect">
            <a:avLst/>
          </a:prstGeom>
        </p:spPr>
        <p:txBody>
          <a:bodyPr/>
          <a:lstStyle>
            <a:lvl1pPr marL="0" indent="0">
              <a:lnSpc>
                <a:spcPct val="150000"/>
              </a:lnSpc>
              <a:buNone/>
              <a:defRPr sz="1100" b="0" i="0" baseline="0">
                <a:solidFill>
                  <a:schemeClr val="bg1"/>
                </a:solidFill>
                <a:latin typeface="微软雅黑 Light" panose="020B0502040204020203" pitchFamily="34" charset="-122"/>
                <a:ea typeface="微软雅黑 Light" panose="020B0502040204020203" pitchFamily="34" charset="-122"/>
                <a:cs typeface="Segoe UI Light" panose="020B0502040204020203" charset="0"/>
              </a:defRPr>
            </a:lvl1pPr>
          </a:lstStyle>
          <a:p>
            <a:pPr lvl="0"/>
            <a:r>
              <a:rPr kumimoji="1" lang="en-US" altLang="zh-CN"/>
              <a:t>OfficePLUS</a:t>
            </a:r>
            <a:endParaRPr kumimoji="1" lang="zh-CN" altLang="en-US"/>
          </a:p>
        </p:txBody>
      </p:sp>
      <p:sp>
        <p:nvSpPr>
          <p:cNvPr id="8" name="文本占位符 7"/>
          <p:cNvSpPr>
            <a:spLocks noGrp="1"/>
          </p:cNvSpPr>
          <p:nvPr>
            <p:ph type="body" sz="quarter" idx="16" hasCustomPrompt="1"/>
          </p:nvPr>
        </p:nvSpPr>
        <p:spPr>
          <a:xfrm>
            <a:off x="2377999" y="182445"/>
            <a:ext cx="1494754" cy="287259"/>
          </a:xfrm>
          <a:prstGeom prst="rect">
            <a:avLst/>
          </a:prstGeom>
        </p:spPr>
        <p:txBody>
          <a:bodyPr/>
          <a:lstStyle>
            <a:lvl1pPr marL="0" indent="0">
              <a:lnSpc>
                <a:spcPct val="100000"/>
              </a:lnSpc>
              <a:buNone/>
              <a:defRPr sz="1100" b="0" i="0" baseline="0">
                <a:solidFill>
                  <a:schemeClr val="bg1"/>
                </a:solidFill>
                <a:latin typeface="微软雅黑 Light" panose="020B0502040204020203" pitchFamily="34" charset="-122"/>
                <a:ea typeface="微软雅黑 Light" panose="020B0502040204020203" pitchFamily="34" charset="-122"/>
                <a:cs typeface="Segoe UI Light" panose="020B0502040204020203" charset="0"/>
              </a:defRPr>
            </a:lvl1pPr>
          </a:lstStyle>
          <a:p>
            <a:pPr lvl="0"/>
            <a:r>
              <a:rPr kumimoji="1" lang="en-US" altLang="zh-CN" dirty="0" err="1"/>
              <a:t>OfficePLUS</a:t>
            </a:r>
            <a:endParaRPr kumimoji="1" lang="zh-CN" altLang="en-US" dirty="0"/>
          </a:p>
        </p:txBody>
      </p:sp>
      <p:sp>
        <p:nvSpPr>
          <p:cNvPr id="14" name="文本占位符 13"/>
          <p:cNvSpPr>
            <a:spLocks noGrp="1"/>
          </p:cNvSpPr>
          <p:nvPr>
            <p:ph type="body" sz="quarter" idx="17" hasCustomPrompt="1"/>
          </p:nvPr>
        </p:nvSpPr>
        <p:spPr>
          <a:xfrm>
            <a:off x="2378000" y="759876"/>
            <a:ext cx="1494754" cy="5399189"/>
          </a:xfrm>
          <a:prstGeom prst="rect">
            <a:avLst/>
          </a:prstGeom>
        </p:spPr>
        <p:txBody>
          <a:bodyPr/>
          <a:lstStyle>
            <a:lvl1pPr marL="0" indent="0">
              <a:lnSpc>
                <a:spcPct val="150000"/>
              </a:lnSpc>
              <a:buNone/>
              <a:defRPr sz="1200" b="0" i="0" baseline="0">
                <a:solidFill>
                  <a:schemeClr val="bg1"/>
                </a:solidFill>
                <a:latin typeface="微软雅黑 Light" panose="020B0502040204020203" pitchFamily="34" charset="-122"/>
                <a:ea typeface="微软雅黑 Light" panose="020B0502040204020203" pitchFamily="34" charset="-122"/>
                <a:cs typeface="微软雅黑 Light" panose="020B0502040204020203" pitchFamily="34" charset="-122"/>
              </a:defRPr>
            </a:lvl1pPr>
          </a:lstStyle>
          <a:p>
            <a:pPr lvl="0"/>
            <a:r>
              <a:rPr kumimoji="1" lang="en-US" altLang="zh-CN" dirty="0" err="1"/>
              <a:t>OfficePLUS</a:t>
            </a:r>
            <a:endParaRPr kumimoji="1" lang="zh-CN" altLang="en-US" dirty="0"/>
          </a:p>
        </p:txBody>
      </p:sp>
    </p:spTree>
  </p:cSld>
  <p:clrMapOvr>
    <a:masterClrMapping/>
  </p:clrMapOvr>
  <p:transition spd="slow" advClick="0" advTm="3000">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vert="horz" lIns="91440" tIns="45720" rIns="91440" bIns="45720" rtlCol="0" anchor="ctr">
            <a:sp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sp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spAutoFit/>
          </a:bodyPr>
          <a:lstStyle>
            <a:lvl1pPr algn="l">
              <a:defRPr sz="1200">
                <a:solidFill>
                  <a:schemeClr val="tx1">
                    <a:tint val="75000"/>
                  </a:schemeClr>
                </a:solidFill>
              </a:defRPr>
            </a:lvl1pPr>
          </a:lstStyle>
          <a:p>
            <a:fld id="{9A0741C5-8F5C-4213-BB69-8C2D02590C1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sp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spAutoFit/>
          </a:bodyPr>
          <a:lstStyle>
            <a:lvl1pPr algn="r">
              <a:defRPr sz="1200">
                <a:solidFill>
                  <a:schemeClr val="tx1">
                    <a:tint val="75000"/>
                  </a:schemeClr>
                </a:solidFill>
              </a:defRPr>
            </a:lvl1pPr>
          </a:lstStyle>
          <a:p>
            <a:fld id="{38893EA9-123D-489F-8313-43A8A4AC456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advClick="0" advTm="300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image" Target="../media/image4.png"/><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3" Type="http://schemas.openxmlformats.org/officeDocument/2006/relationships/notesSlide" Target="../notesSlides/notesSlide1.xml"/><Relationship Id="rId12" Type="http://schemas.openxmlformats.org/officeDocument/2006/relationships/slideLayout" Target="../slideLayouts/slideLayout1.xml"/><Relationship Id="rId11" Type="http://schemas.openxmlformats.org/officeDocument/2006/relationships/tags" Target="../tags/tag19.xml"/><Relationship Id="rId10" Type="http://schemas.openxmlformats.org/officeDocument/2006/relationships/image" Target="../media/image5.jpeg"/><Relationship Id="rId1" Type="http://schemas.openxmlformats.org/officeDocument/2006/relationships/tags" Target="../tags/tag1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 Id="rId3" Type="http://schemas.openxmlformats.org/officeDocument/2006/relationships/tags" Target="../tags/tag21.xml"/><Relationship Id="rId2" Type="http://schemas.openxmlformats.org/officeDocument/2006/relationships/image" Target="../media/image4.png"/><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0.xml"/><Relationship Id="rId6" Type="http://schemas.openxmlformats.org/officeDocument/2006/relationships/image" Target="../media/image7.jpeg"/><Relationship Id="rId5" Type="http://schemas.openxmlformats.org/officeDocument/2006/relationships/tags" Target="../tags/tag24.xml"/><Relationship Id="rId4" Type="http://schemas.openxmlformats.org/officeDocument/2006/relationships/image" Target="../media/image4.png"/><Relationship Id="rId3" Type="http://schemas.openxmlformats.org/officeDocument/2006/relationships/tags" Target="../tags/tag23.xml"/><Relationship Id="rId2" Type="http://schemas.openxmlformats.org/officeDocument/2006/relationships/image" Target="../media/image5.jpeg"/><Relationship Id="rId1" Type="http://schemas.openxmlformats.org/officeDocument/2006/relationships/tags" Target="../tags/tag2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5.jpeg"/><Relationship Id="rId3" Type="http://schemas.openxmlformats.org/officeDocument/2006/relationships/tags" Target="../tags/tag26.xml"/><Relationship Id="rId2" Type="http://schemas.openxmlformats.org/officeDocument/2006/relationships/image" Target="../media/image4.png"/><Relationship Id="rId1" Type="http://schemas.openxmlformats.org/officeDocument/2006/relationships/tags" Target="../tags/tag25.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28.xml"/><Relationship Id="rId2" Type="http://schemas.openxmlformats.org/officeDocument/2006/relationships/image" Target="../media/image4.png"/><Relationship Id="rId1" Type="http://schemas.openxmlformats.org/officeDocument/2006/relationships/tags" Target="../tags/tag27.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tags" Target="../tags/tag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custDataLst>
              <p:tags r:id="rId1"/>
            </p:custDataLst>
          </p:nvPr>
        </p:nvSpPr>
        <p:spPr>
          <a:xfrm>
            <a:off x="0" y="1641475"/>
            <a:ext cx="12192000" cy="30632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zh-CN" altLang="en-US" sz="5400"/>
              <a:t>English speaking in China</a:t>
            </a:r>
            <a:endParaRPr lang="zh-CN" altLang="en-US" sz="5400"/>
          </a:p>
        </p:txBody>
      </p:sp>
      <p:sp>
        <p:nvSpPr>
          <p:cNvPr id="3" name="任意多边形 2"/>
          <p:cNvSpPr>
            <a:spLocks noEditPoints="1"/>
          </p:cNvSpPr>
          <p:nvPr>
            <p:custDataLst>
              <p:tags r:id="rId2"/>
            </p:custDataLst>
          </p:nvPr>
        </p:nvSpPr>
        <p:spPr bwMode="auto">
          <a:xfrm>
            <a:off x="901740" y="436166"/>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spAutoFit/>
          </a:bodyPr>
          <a:lstStyle/>
          <a:p>
            <a:endParaRPr lang="zh-CN" altLang="en-US"/>
          </a:p>
        </p:txBody>
      </p:sp>
      <p:cxnSp>
        <p:nvCxnSpPr>
          <p:cNvPr id="5" name="直接连接符 4"/>
          <p:cNvCxnSpPr/>
          <p:nvPr>
            <p:custDataLst>
              <p:tags r:id="rId3"/>
            </p:custDataLst>
          </p:nvPr>
        </p:nvCxnSpPr>
        <p:spPr>
          <a:xfrm>
            <a:off x="2171700" y="3667440"/>
            <a:ext cx="2302833" cy="0"/>
          </a:xfrm>
          <a:prstGeom prst="line">
            <a:avLst/>
          </a:prstGeom>
          <a:ln w="19050">
            <a:solidFill>
              <a:schemeClr val="bg1"/>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12" name="等腰三角形 11"/>
          <p:cNvSpPr/>
          <p:nvPr>
            <p:custDataLst>
              <p:tags r:id="rId4"/>
            </p:custDataLst>
          </p:nvPr>
        </p:nvSpPr>
        <p:spPr>
          <a:xfrm flipV="1">
            <a:off x="8977053" y="4704820"/>
            <a:ext cx="359294" cy="20660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p>
        </p:txBody>
      </p:sp>
      <p:cxnSp>
        <p:nvCxnSpPr>
          <p:cNvPr id="53" name="直接连接符 52"/>
          <p:cNvCxnSpPr/>
          <p:nvPr>
            <p:custDataLst>
              <p:tags r:id="rId5"/>
            </p:custDataLst>
          </p:nvPr>
        </p:nvCxnSpPr>
        <p:spPr>
          <a:xfrm>
            <a:off x="7646358" y="3667440"/>
            <a:ext cx="2337430" cy="0"/>
          </a:xfrm>
          <a:prstGeom prst="line">
            <a:avLst/>
          </a:prstGeom>
          <a:ln w="19050">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13" name="文本框 12"/>
          <p:cNvSpPr txBox="1"/>
          <p:nvPr>
            <p:custDataLst>
              <p:tags r:id="rId6"/>
            </p:custDataLst>
          </p:nvPr>
        </p:nvSpPr>
        <p:spPr>
          <a:xfrm>
            <a:off x="4217163" y="5573471"/>
            <a:ext cx="3472973" cy="460375"/>
          </a:xfrm>
          <a:prstGeom prst="rect">
            <a:avLst/>
          </a:prstGeom>
          <a:noFill/>
        </p:spPr>
        <p:txBody>
          <a:bodyPr wrap="square" rtlCol="0">
            <a:spAutoFit/>
          </a:bodyPr>
          <a:lstStyle/>
          <a:p>
            <a:pPr algn="ctr">
              <a:lnSpc>
                <a:spcPct val="120000"/>
              </a:lnSpc>
            </a:pPr>
            <a:r>
              <a:rPr lang="zh-CN" altLang="en-US" sz="2000" dirty="0">
                <a:solidFill>
                  <a:schemeClr val="bg1">
                    <a:lumMod val="50000"/>
                  </a:schemeClr>
                </a:solidFill>
                <a:latin typeface="+mn-ea"/>
              </a:rPr>
              <a:t>日期：</a:t>
            </a:r>
            <a:r>
              <a:rPr lang="en-US" altLang="zh-CN" sz="2000" dirty="0">
                <a:solidFill>
                  <a:schemeClr val="bg1">
                    <a:lumMod val="50000"/>
                  </a:schemeClr>
                </a:solidFill>
                <a:latin typeface="+mn-ea"/>
              </a:rPr>
              <a:t>2023</a:t>
            </a:r>
            <a:r>
              <a:rPr lang="zh-CN" altLang="en-US" sz="2000" dirty="0">
                <a:solidFill>
                  <a:schemeClr val="bg1">
                    <a:lumMod val="50000"/>
                  </a:schemeClr>
                </a:solidFill>
                <a:latin typeface="+mn-ea"/>
              </a:rPr>
              <a:t>年</a:t>
            </a:r>
            <a:r>
              <a:rPr lang="en-US" altLang="zh-CN" sz="2000" dirty="0">
                <a:solidFill>
                  <a:schemeClr val="bg1">
                    <a:lumMod val="50000"/>
                  </a:schemeClr>
                </a:solidFill>
                <a:latin typeface="+mn-ea"/>
              </a:rPr>
              <a:t>12</a:t>
            </a:r>
            <a:r>
              <a:rPr lang="zh-CN" altLang="en-US" sz="2000" dirty="0">
                <a:solidFill>
                  <a:schemeClr val="bg1">
                    <a:lumMod val="50000"/>
                  </a:schemeClr>
                </a:solidFill>
                <a:latin typeface="+mn-ea"/>
              </a:rPr>
              <a:t>月</a:t>
            </a:r>
            <a:r>
              <a:rPr lang="en-US" altLang="zh-CN" sz="2000" dirty="0">
                <a:solidFill>
                  <a:schemeClr val="bg1">
                    <a:lumMod val="50000"/>
                  </a:schemeClr>
                </a:solidFill>
                <a:latin typeface="+mn-ea"/>
              </a:rPr>
              <a:t>21</a:t>
            </a:r>
            <a:r>
              <a:rPr lang="zh-CN" altLang="en-US" sz="2000" dirty="0">
                <a:solidFill>
                  <a:schemeClr val="bg1">
                    <a:lumMod val="50000"/>
                  </a:schemeClr>
                </a:solidFill>
                <a:latin typeface="+mn-ea"/>
              </a:rPr>
              <a:t>日</a:t>
            </a:r>
            <a:endParaRPr lang="zh-CN" altLang="en-US" sz="2000" dirty="0">
              <a:solidFill>
                <a:schemeClr val="bg1">
                  <a:lumMod val="50000"/>
                </a:schemeClr>
              </a:solidFill>
              <a:latin typeface="+mn-ea"/>
            </a:endParaRPr>
          </a:p>
        </p:txBody>
      </p:sp>
      <p:pic>
        <p:nvPicPr>
          <p:cNvPr id="1028" name="Picture 4"/>
          <p:cNvPicPr>
            <a:picLocks noChangeAspect="1" noChangeArrowheads="1"/>
          </p:cNvPicPr>
          <p:nvPr>
            <p:custDataLst>
              <p:tags r:id="rId7"/>
            </p:custDataLst>
          </p:nvPr>
        </p:nvPicPr>
        <p:blipFill>
          <a:blip r:embed="rId8">
            <a:extLst>
              <a:ext uri="{28A0092B-C50C-407E-A947-70E740481C1C}">
                <a14:useLocalDpi xmlns:a14="http://schemas.microsoft.com/office/drawing/2010/main" val="0"/>
              </a:ext>
            </a:extLst>
          </a:blip>
          <a:srcRect/>
          <a:stretch>
            <a:fillRect/>
          </a:stretch>
        </p:blipFill>
        <p:spPr bwMode="auto">
          <a:xfrm>
            <a:off x="4117549" y="1931338"/>
            <a:ext cx="3672408" cy="540060"/>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custDataLst>
              <p:tags r:id="rId9"/>
            </p:custDataLst>
          </p:nvPr>
        </p:nvPicPr>
        <p:blipFill>
          <a:blip r:embed="rId10">
            <a:alphaModFix amt="23000"/>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4144010"/>
            <a:ext cx="2835275" cy="2713990"/>
          </a:xfrm>
          <a:prstGeom prst="rect">
            <a:avLst/>
          </a:prstGeom>
        </p:spPr>
      </p:pic>
      <p:sp>
        <p:nvSpPr>
          <p:cNvPr id="10" name="任意多边形 9"/>
          <p:cNvSpPr>
            <a:spLocks noEditPoints="1"/>
          </p:cNvSpPr>
          <p:nvPr>
            <p:custDataLst>
              <p:tags r:id="rId11"/>
            </p:custDataLst>
          </p:nvPr>
        </p:nvSpPr>
        <p:spPr bwMode="auto">
          <a:xfrm>
            <a:off x="8599210" y="436166"/>
            <a:ext cx="1114980" cy="995834"/>
          </a:xfrm>
          <a:custGeom>
            <a:avLst/>
            <a:gdLst>
              <a:gd name="T0" fmla="*/ 400 w 528"/>
              <a:gd name="T1" fmla="*/ 293 h 471"/>
              <a:gd name="T2" fmla="*/ 430 w 528"/>
              <a:gd name="T3" fmla="*/ 279 h 471"/>
              <a:gd name="T4" fmla="*/ 430 w 528"/>
              <a:gd name="T5" fmla="*/ 278 h 471"/>
              <a:gd name="T6" fmla="*/ 430 w 528"/>
              <a:gd name="T7" fmla="*/ 204 h 471"/>
              <a:gd name="T8" fmla="*/ 401 w 528"/>
              <a:gd name="T9" fmla="*/ 218 h 471"/>
              <a:gd name="T10" fmla="*/ 400 w 528"/>
              <a:gd name="T11" fmla="*/ 293 h 471"/>
              <a:gd name="T12" fmla="*/ 90 w 528"/>
              <a:gd name="T13" fmla="*/ 204 h 471"/>
              <a:gd name="T14" fmla="*/ 90 w 528"/>
              <a:gd name="T15" fmla="*/ 279 h 471"/>
              <a:gd name="T16" fmla="*/ 248 w 528"/>
              <a:gd name="T17" fmla="*/ 354 h 471"/>
              <a:gd name="T18" fmla="*/ 274 w 528"/>
              <a:gd name="T19" fmla="*/ 354 h 471"/>
              <a:gd name="T20" fmla="*/ 371 w 528"/>
              <a:gd name="T21" fmla="*/ 307 h 471"/>
              <a:gd name="T22" fmla="*/ 371 w 528"/>
              <a:gd name="T23" fmla="*/ 232 h 471"/>
              <a:gd name="T24" fmla="*/ 260 w 528"/>
              <a:gd name="T25" fmla="*/ 286 h 471"/>
              <a:gd name="T26" fmla="*/ 90 w 528"/>
              <a:gd name="T27" fmla="*/ 204 h 471"/>
              <a:gd name="T28" fmla="*/ 394 w 528"/>
              <a:gd name="T29" fmla="*/ 197 h 471"/>
              <a:gd name="T30" fmla="*/ 391 w 528"/>
              <a:gd name="T31" fmla="*/ 196 h 471"/>
              <a:gd name="T32" fmla="*/ 287 w 528"/>
              <a:gd name="T33" fmla="*/ 139 h 471"/>
              <a:gd name="T34" fmla="*/ 288 w 528"/>
              <a:gd name="T35" fmla="*/ 132 h 471"/>
              <a:gd name="T36" fmla="*/ 264 w 528"/>
              <a:gd name="T37" fmla="*/ 108 h 471"/>
              <a:gd name="T38" fmla="*/ 240 w 528"/>
              <a:gd name="T39" fmla="*/ 132 h 471"/>
              <a:gd name="T40" fmla="*/ 264 w 528"/>
              <a:gd name="T41" fmla="*/ 156 h 471"/>
              <a:gd name="T42" fmla="*/ 281 w 528"/>
              <a:gd name="T43" fmla="*/ 150 h 471"/>
              <a:gd name="T44" fmla="*/ 383 w 528"/>
              <a:gd name="T45" fmla="*/ 207 h 471"/>
              <a:gd name="T46" fmla="*/ 394 w 528"/>
              <a:gd name="T47" fmla="*/ 197 h 471"/>
              <a:gd name="T48" fmla="*/ 528 w 528"/>
              <a:gd name="T49" fmla="*/ 132 h 471"/>
              <a:gd name="T50" fmla="*/ 260 w 528"/>
              <a:gd name="T51" fmla="*/ 0 h 471"/>
              <a:gd name="T52" fmla="*/ 0 w 528"/>
              <a:gd name="T53" fmla="*/ 126 h 471"/>
              <a:gd name="T54" fmla="*/ 0 w 528"/>
              <a:gd name="T55" fmla="*/ 137 h 471"/>
              <a:gd name="T56" fmla="*/ 260 w 528"/>
              <a:gd name="T57" fmla="*/ 263 h 471"/>
              <a:gd name="T58" fmla="*/ 371 w 528"/>
              <a:gd name="T59" fmla="*/ 209 h 471"/>
              <a:gd name="T60" fmla="*/ 371 w 528"/>
              <a:gd name="T61" fmla="*/ 205 h 471"/>
              <a:gd name="T62" fmla="*/ 281 w 528"/>
              <a:gd name="T63" fmla="*/ 158 h 471"/>
              <a:gd name="T64" fmla="*/ 264 w 528"/>
              <a:gd name="T65" fmla="*/ 163 h 471"/>
              <a:gd name="T66" fmla="*/ 233 w 528"/>
              <a:gd name="T67" fmla="*/ 132 h 471"/>
              <a:gd name="T68" fmla="*/ 264 w 528"/>
              <a:gd name="T69" fmla="*/ 100 h 471"/>
              <a:gd name="T70" fmla="*/ 295 w 528"/>
              <a:gd name="T71" fmla="*/ 132 h 471"/>
              <a:gd name="T72" fmla="*/ 295 w 528"/>
              <a:gd name="T73" fmla="*/ 135 h 471"/>
              <a:gd name="T74" fmla="*/ 401 w 528"/>
              <a:gd name="T75" fmla="*/ 194 h 471"/>
              <a:gd name="T76" fmla="*/ 528 w 528"/>
              <a:gd name="T77" fmla="*/ 132 h 471"/>
              <a:gd name="T78" fmla="*/ 394 w 528"/>
              <a:gd name="T79" fmla="*/ 197 h 471"/>
              <a:gd name="T80" fmla="*/ 395 w 528"/>
              <a:gd name="T81" fmla="*/ 293 h 471"/>
              <a:gd name="T82" fmla="*/ 404 w 528"/>
              <a:gd name="T83" fmla="*/ 307 h 471"/>
              <a:gd name="T84" fmla="*/ 396 w 528"/>
              <a:gd name="T85" fmla="*/ 320 h 471"/>
              <a:gd name="T86" fmla="*/ 403 w 528"/>
              <a:gd name="T87" fmla="*/ 320 h 471"/>
              <a:gd name="T88" fmla="*/ 416 w 528"/>
              <a:gd name="T89" fmla="*/ 471 h 471"/>
              <a:gd name="T90" fmla="*/ 364 w 528"/>
              <a:gd name="T91" fmla="*/ 471 h 471"/>
              <a:gd name="T92" fmla="*/ 377 w 528"/>
              <a:gd name="T93" fmla="*/ 320 h 471"/>
              <a:gd name="T94" fmla="*/ 384 w 528"/>
              <a:gd name="T95" fmla="*/ 320 h 471"/>
              <a:gd name="T96" fmla="*/ 376 w 528"/>
              <a:gd name="T97" fmla="*/ 307 h 471"/>
              <a:gd name="T98" fmla="*/ 384 w 528"/>
              <a:gd name="T99" fmla="*/ 293 h 471"/>
              <a:gd name="T100" fmla="*/ 383 w 528"/>
              <a:gd name="T101" fmla="*/ 207 h 471"/>
              <a:gd name="T102" fmla="*/ 394 w 528"/>
              <a:gd name="T103" fmla="*/ 19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8" h="471">
                <a:moveTo>
                  <a:pt x="400" y="293"/>
                </a:moveTo>
                <a:cubicBezTo>
                  <a:pt x="430" y="279"/>
                  <a:pt x="430" y="279"/>
                  <a:pt x="430" y="279"/>
                </a:cubicBezTo>
                <a:cubicBezTo>
                  <a:pt x="430" y="279"/>
                  <a:pt x="430" y="278"/>
                  <a:pt x="430" y="278"/>
                </a:cubicBezTo>
                <a:cubicBezTo>
                  <a:pt x="430" y="204"/>
                  <a:pt x="430" y="204"/>
                  <a:pt x="430" y="204"/>
                </a:cubicBezTo>
                <a:cubicBezTo>
                  <a:pt x="401" y="218"/>
                  <a:pt x="401" y="218"/>
                  <a:pt x="401" y="218"/>
                </a:cubicBezTo>
                <a:cubicBezTo>
                  <a:pt x="400" y="293"/>
                  <a:pt x="400" y="293"/>
                  <a:pt x="400" y="293"/>
                </a:cubicBezTo>
                <a:close/>
                <a:moveTo>
                  <a:pt x="90" y="204"/>
                </a:moveTo>
                <a:cubicBezTo>
                  <a:pt x="90" y="279"/>
                  <a:pt x="90" y="279"/>
                  <a:pt x="90" y="279"/>
                </a:cubicBezTo>
                <a:cubicBezTo>
                  <a:pt x="143" y="304"/>
                  <a:pt x="195" y="329"/>
                  <a:pt x="248" y="354"/>
                </a:cubicBezTo>
                <a:cubicBezTo>
                  <a:pt x="257" y="357"/>
                  <a:pt x="265" y="357"/>
                  <a:pt x="274" y="354"/>
                </a:cubicBezTo>
                <a:cubicBezTo>
                  <a:pt x="371" y="307"/>
                  <a:pt x="371" y="307"/>
                  <a:pt x="371" y="307"/>
                </a:cubicBezTo>
                <a:cubicBezTo>
                  <a:pt x="371" y="232"/>
                  <a:pt x="371" y="232"/>
                  <a:pt x="371" y="232"/>
                </a:cubicBezTo>
                <a:cubicBezTo>
                  <a:pt x="260" y="286"/>
                  <a:pt x="260" y="286"/>
                  <a:pt x="260" y="286"/>
                </a:cubicBezTo>
                <a:cubicBezTo>
                  <a:pt x="90" y="204"/>
                  <a:pt x="90" y="204"/>
                  <a:pt x="90" y="204"/>
                </a:cubicBezTo>
                <a:close/>
                <a:moveTo>
                  <a:pt x="394" y="197"/>
                </a:moveTo>
                <a:cubicBezTo>
                  <a:pt x="391" y="196"/>
                  <a:pt x="391" y="196"/>
                  <a:pt x="391" y="196"/>
                </a:cubicBezTo>
                <a:cubicBezTo>
                  <a:pt x="287" y="139"/>
                  <a:pt x="287" y="139"/>
                  <a:pt x="287" y="139"/>
                </a:cubicBezTo>
                <a:cubicBezTo>
                  <a:pt x="288" y="136"/>
                  <a:pt x="288" y="134"/>
                  <a:pt x="288" y="132"/>
                </a:cubicBezTo>
                <a:cubicBezTo>
                  <a:pt x="288" y="118"/>
                  <a:pt x="277" y="108"/>
                  <a:pt x="264" y="108"/>
                </a:cubicBezTo>
                <a:cubicBezTo>
                  <a:pt x="251" y="108"/>
                  <a:pt x="240" y="118"/>
                  <a:pt x="240" y="132"/>
                </a:cubicBezTo>
                <a:cubicBezTo>
                  <a:pt x="240" y="145"/>
                  <a:pt x="251" y="156"/>
                  <a:pt x="264" y="156"/>
                </a:cubicBezTo>
                <a:cubicBezTo>
                  <a:pt x="270" y="156"/>
                  <a:pt x="276" y="154"/>
                  <a:pt x="281" y="150"/>
                </a:cubicBezTo>
                <a:cubicBezTo>
                  <a:pt x="383" y="207"/>
                  <a:pt x="383" y="207"/>
                  <a:pt x="383" y="207"/>
                </a:cubicBezTo>
                <a:cubicBezTo>
                  <a:pt x="394" y="197"/>
                  <a:pt x="394" y="197"/>
                  <a:pt x="394" y="197"/>
                </a:cubicBezTo>
                <a:close/>
                <a:moveTo>
                  <a:pt x="528" y="132"/>
                </a:moveTo>
                <a:cubicBezTo>
                  <a:pt x="260" y="0"/>
                  <a:pt x="260" y="0"/>
                  <a:pt x="260" y="0"/>
                </a:cubicBezTo>
                <a:cubicBezTo>
                  <a:pt x="0" y="126"/>
                  <a:pt x="0" y="126"/>
                  <a:pt x="0" y="126"/>
                </a:cubicBezTo>
                <a:cubicBezTo>
                  <a:pt x="0" y="137"/>
                  <a:pt x="0" y="137"/>
                  <a:pt x="0" y="137"/>
                </a:cubicBezTo>
                <a:cubicBezTo>
                  <a:pt x="260" y="263"/>
                  <a:pt x="260" y="263"/>
                  <a:pt x="260" y="263"/>
                </a:cubicBezTo>
                <a:cubicBezTo>
                  <a:pt x="371" y="209"/>
                  <a:pt x="371" y="209"/>
                  <a:pt x="371" y="209"/>
                </a:cubicBezTo>
                <a:cubicBezTo>
                  <a:pt x="371" y="205"/>
                  <a:pt x="371" y="205"/>
                  <a:pt x="371" y="205"/>
                </a:cubicBezTo>
                <a:cubicBezTo>
                  <a:pt x="281" y="158"/>
                  <a:pt x="281" y="158"/>
                  <a:pt x="281" y="158"/>
                </a:cubicBezTo>
                <a:cubicBezTo>
                  <a:pt x="276" y="162"/>
                  <a:pt x="270" y="163"/>
                  <a:pt x="264" y="163"/>
                </a:cubicBezTo>
                <a:cubicBezTo>
                  <a:pt x="247" y="163"/>
                  <a:pt x="233" y="149"/>
                  <a:pt x="233" y="132"/>
                </a:cubicBezTo>
                <a:cubicBezTo>
                  <a:pt x="233" y="114"/>
                  <a:pt x="247" y="100"/>
                  <a:pt x="264" y="100"/>
                </a:cubicBezTo>
                <a:cubicBezTo>
                  <a:pt x="281" y="100"/>
                  <a:pt x="295" y="114"/>
                  <a:pt x="295" y="132"/>
                </a:cubicBezTo>
                <a:cubicBezTo>
                  <a:pt x="295" y="133"/>
                  <a:pt x="295" y="134"/>
                  <a:pt x="295" y="135"/>
                </a:cubicBezTo>
                <a:cubicBezTo>
                  <a:pt x="401" y="194"/>
                  <a:pt x="401" y="194"/>
                  <a:pt x="401" y="194"/>
                </a:cubicBezTo>
                <a:cubicBezTo>
                  <a:pt x="528" y="132"/>
                  <a:pt x="528" y="132"/>
                  <a:pt x="528" y="132"/>
                </a:cubicBezTo>
                <a:close/>
                <a:moveTo>
                  <a:pt x="394" y="197"/>
                </a:moveTo>
                <a:cubicBezTo>
                  <a:pt x="395" y="293"/>
                  <a:pt x="395" y="293"/>
                  <a:pt x="395" y="293"/>
                </a:cubicBezTo>
                <a:cubicBezTo>
                  <a:pt x="401" y="295"/>
                  <a:pt x="404" y="300"/>
                  <a:pt x="404" y="307"/>
                </a:cubicBezTo>
                <a:cubicBezTo>
                  <a:pt x="404" y="312"/>
                  <a:pt x="401" y="317"/>
                  <a:pt x="396" y="320"/>
                </a:cubicBezTo>
                <a:cubicBezTo>
                  <a:pt x="403" y="320"/>
                  <a:pt x="403" y="320"/>
                  <a:pt x="403" y="320"/>
                </a:cubicBezTo>
                <a:cubicBezTo>
                  <a:pt x="416" y="471"/>
                  <a:pt x="416" y="471"/>
                  <a:pt x="416" y="471"/>
                </a:cubicBezTo>
                <a:cubicBezTo>
                  <a:pt x="364" y="471"/>
                  <a:pt x="364" y="471"/>
                  <a:pt x="364" y="471"/>
                </a:cubicBezTo>
                <a:cubicBezTo>
                  <a:pt x="377" y="320"/>
                  <a:pt x="377" y="320"/>
                  <a:pt x="377" y="320"/>
                </a:cubicBezTo>
                <a:cubicBezTo>
                  <a:pt x="384" y="320"/>
                  <a:pt x="384" y="320"/>
                  <a:pt x="384" y="320"/>
                </a:cubicBezTo>
                <a:cubicBezTo>
                  <a:pt x="379" y="317"/>
                  <a:pt x="376" y="312"/>
                  <a:pt x="376" y="307"/>
                </a:cubicBezTo>
                <a:cubicBezTo>
                  <a:pt x="376" y="301"/>
                  <a:pt x="379" y="296"/>
                  <a:pt x="384" y="293"/>
                </a:cubicBezTo>
                <a:cubicBezTo>
                  <a:pt x="383" y="207"/>
                  <a:pt x="383" y="207"/>
                  <a:pt x="383" y="207"/>
                </a:cubicBezTo>
                <a:cubicBezTo>
                  <a:pt x="394" y="197"/>
                  <a:pt x="394" y="197"/>
                  <a:pt x="394" y="197"/>
                </a:cubicBezTo>
                <a:close/>
              </a:path>
            </a:pathLst>
          </a:custGeom>
          <a:solidFill>
            <a:schemeClr val="accent1"/>
          </a:solidFill>
          <a:ln>
            <a:noFill/>
          </a:ln>
        </p:spPr>
        <p:txBody>
          <a:bodyPr vert="horz" wrap="square" lIns="91440" tIns="45720" rIns="91440" bIns="45720" numCol="1" anchor="t" anchorCtr="0" compatLnSpc="1">
            <a:spAutoFit/>
          </a:bodyPr>
          <a:p>
            <a:endParaRPr lang="zh-CN" altLang="en-US"/>
          </a:p>
        </p:txBody>
      </p:sp>
      <p:sp>
        <p:nvSpPr>
          <p:cNvPr id="11" name="文本框 10"/>
          <p:cNvSpPr txBox="1"/>
          <p:nvPr/>
        </p:nvSpPr>
        <p:spPr>
          <a:xfrm>
            <a:off x="9138285" y="5700395"/>
            <a:ext cx="4064000" cy="368300"/>
          </a:xfrm>
          <a:prstGeom prst="rect">
            <a:avLst/>
          </a:prstGeom>
          <a:noFill/>
        </p:spPr>
        <p:txBody>
          <a:bodyPr wrap="square" rtlCol="0">
            <a:spAutoFit/>
          </a:bodyPr>
          <a:p>
            <a:endParaRPr lang="zh-CN" altLang="en-US"/>
          </a:p>
        </p:txBody>
      </p:sp>
      <p:sp>
        <p:nvSpPr>
          <p:cNvPr id="4" name="文本框 3"/>
          <p:cNvSpPr txBox="1"/>
          <p:nvPr/>
        </p:nvSpPr>
        <p:spPr>
          <a:xfrm>
            <a:off x="3586480" y="5017770"/>
            <a:ext cx="7377430" cy="368300"/>
          </a:xfrm>
          <a:prstGeom prst="rect">
            <a:avLst/>
          </a:prstGeom>
          <a:noFill/>
        </p:spPr>
        <p:txBody>
          <a:bodyPr wrap="square" rtlCol="0">
            <a:spAutoFit/>
          </a:bodyPr>
          <a:p>
            <a:r>
              <a:rPr lang="en-US" altLang="zh-CN"/>
              <a:t>Environment Engineering--Liu</a:t>
            </a:r>
            <a:r>
              <a:rPr lang="en-US" altLang="zh-CN"/>
              <a:t>guiyuan</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8"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233889" y="217473"/>
            <a:ext cx="3672408" cy="540060"/>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p:cNvPicPr>
            <a:picLocks noChangeAspect="1"/>
          </p:cNvPicPr>
          <p:nvPr>
            <p:custDataLst>
              <p:tags r:id="rId3"/>
            </p:custDataLst>
          </p:nvPr>
        </p:nvPicPr>
        <p:blipFill>
          <a:blip r:embed="rId4">
            <a:alphaModFix amt="23000"/>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487032" y="757264"/>
            <a:ext cx="5574466" cy="5552258"/>
          </a:xfrm>
          <a:prstGeom prst="rect">
            <a:avLst/>
          </a:prstGeom>
        </p:spPr>
      </p:pic>
      <p:sp>
        <p:nvSpPr>
          <p:cNvPr id="13" name="文本框 12"/>
          <p:cNvSpPr txBox="1"/>
          <p:nvPr/>
        </p:nvSpPr>
        <p:spPr>
          <a:xfrm>
            <a:off x="2035175" y="1967230"/>
            <a:ext cx="4064000" cy="368300"/>
          </a:xfrm>
          <a:prstGeom prst="rect">
            <a:avLst/>
          </a:prstGeom>
          <a:noFill/>
        </p:spPr>
        <p:txBody>
          <a:bodyPr wrap="square" rtlCol="0">
            <a:spAutoFit/>
          </a:bodyPr>
          <a:p>
            <a:endParaRPr lang="zh-CN" altLang="en-US"/>
          </a:p>
        </p:txBody>
      </p:sp>
      <p:pic>
        <p:nvPicPr>
          <p:cNvPr id="2" name="图片 1"/>
          <p:cNvPicPr>
            <a:picLocks noChangeAspect="1"/>
          </p:cNvPicPr>
          <p:nvPr/>
        </p:nvPicPr>
        <p:blipFill>
          <a:blip r:embed="rId5"/>
          <a:stretch>
            <a:fillRect/>
          </a:stretch>
        </p:blipFill>
        <p:spPr>
          <a:xfrm>
            <a:off x="5377180" y="475615"/>
            <a:ext cx="5685155" cy="5833745"/>
          </a:xfrm>
          <a:prstGeom prst="rect">
            <a:avLst/>
          </a:prstGeom>
        </p:spPr>
      </p:pic>
    </p:spTree>
  </p:cSld>
  <p:clrMapOvr>
    <a:masterClrMapping/>
  </p:clrMapOvr>
  <p:transition spd="slow" advClick="0" advTm="30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44910" y="0"/>
            <a:ext cx="4191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9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22" name="图片 21"/>
          <p:cNvPicPr>
            <a:picLocks noChangeAspect="1"/>
          </p:cNvPicPr>
          <p:nvPr>
            <p:custDataLst>
              <p:tags r:id="rId1"/>
            </p:custDataLst>
          </p:nvPr>
        </p:nvPicPr>
        <p:blipFill>
          <a:blip r:embed="rId2">
            <a:alphaModFix amt="23000"/>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30860" y="3771265"/>
            <a:ext cx="3003550" cy="3086735"/>
          </a:xfrm>
          <a:prstGeom prst="rect">
            <a:avLst/>
          </a:prstGeom>
        </p:spPr>
      </p:pic>
      <p:pic>
        <p:nvPicPr>
          <p:cNvPr id="1028" name="Picture 4"/>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233889" y="217473"/>
            <a:ext cx="3672408" cy="540060"/>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p:cNvPicPr>
            <a:picLocks noChangeAspect="1"/>
          </p:cNvPicPr>
          <p:nvPr>
            <p:custDataLst>
              <p:tags r:id="rId5"/>
            </p:custDataLst>
          </p:nvPr>
        </p:nvPicPr>
        <p:blipFill>
          <a:blip r:embed="rId2">
            <a:alphaModFix amt="23000"/>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487032" y="757264"/>
            <a:ext cx="5574466" cy="5552258"/>
          </a:xfrm>
          <a:prstGeom prst="rect">
            <a:avLst/>
          </a:prstGeom>
        </p:spPr>
      </p:pic>
      <p:sp>
        <p:nvSpPr>
          <p:cNvPr id="5" name="文本框 4"/>
          <p:cNvSpPr txBox="1"/>
          <p:nvPr/>
        </p:nvSpPr>
        <p:spPr>
          <a:xfrm>
            <a:off x="0" y="1104265"/>
            <a:ext cx="4044315" cy="2223135"/>
          </a:xfrm>
          <a:prstGeom prst="rect">
            <a:avLst/>
          </a:prstGeom>
          <a:noFill/>
        </p:spPr>
        <p:txBody>
          <a:bodyPr wrap="square" rtlCol="0">
            <a:noAutofit/>
          </a:bodyPr>
          <a:p>
            <a:pPr algn="ctr"/>
            <a:endParaRPr lang="zh-CN" altLang="en-US" sz="2000"/>
          </a:p>
        </p:txBody>
      </p:sp>
      <p:pic>
        <p:nvPicPr>
          <p:cNvPr id="2" name="图片 1"/>
          <p:cNvPicPr>
            <a:picLocks noChangeAspect="1"/>
          </p:cNvPicPr>
          <p:nvPr/>
        </p:nvPicPr>
        <p:blipFill>
          <a:blip r:embed="rId6"/>
          <a:stretch>
            <a:fillRect/>
          </a:stretch>
        </p:blipFill>
        <p:spPr>
          <a:xfrm>
            <a:off x="322580" y="834390"/>
            <a:ext cx="3399155" cy="5745480"/>
          </a:xfrm>
          <a:prstGeom prst="rect">
            <a:avLst/>
          </a:prstGeom>
        </p:spPr>
      </p:pic>
      <p:sp>
        <p:nvSpPr>
          <p:cNvPr id="4" name="文本框 3"/>
          <p:cNvSpPr txBox="1"/>
          <p:nvPr/>
        </p:nvSpPr>
        <p:spPr>
          <a:xfrm>
            <a:off x="4679950" y="217805"/>
            <a:ext cx="6975475" cy="6362700"/>
          </a:xfrm>
          <a:prstGeom prst="rect">
            <a:avLst/>
          </a:prstGeom>
          <a:noFill/>
        </p:spPr>
        <p:txBody>
          <a:bodyPr wrap="square" rtlCol="0">
            <a:noAutofit/>
          </a:bodyPr>
          <a:p>
            <a:r>
              <a:rPr lang="zh-CN" altLang="en-US" sz="2400"/>
              <a:t>C</a:t>
            </a:r>
            <a:r>
              <a:rPr lang="zh-CN" altLang="en-US" sz="2000"/>
              <a:t>onfucius (551 BC - 479 BC), named Qiu, styled Zhongni, was born in the State of Lu. He was a great thinker, statesman and educator in ancient China and the founder of Confucian School</a:t>
            </a:r>
            <a:endParaRPr lang="zh-CN" altLang="en-US" sz="2000"/>
          </a:p>
          <a:p>
            <a:r>
              <a:rPr lang="zh-CN" altLang="en-US" sz="2000"/>
              <a:t>The world has a profound impact.</a:t>
            </a:r>
            <a:endParaRPr lang="zh-CN" altLang="en-US" sz="2000"/>
          </a:p>
          <a:p>
            <a:endParaRPr lang="zh-CN" altLang="en-US" sz="2000"/>
          </a:p>
          <a:p>
            <a:r>
              <a:rPr lang="zh-CN" altLang="en-US" sz="2000"/>
              <a:t>Confucius established a moral doctrine with benevolence as its core. When I am fifteen, I aim at learning; when I am thirty, I stand; when I am forty, I have no doubts; when I am fifty, I know the destiny of heaven; when I am sixty, I listen; when I am seventy, I follow my heart and do not exceed the rule." This is Confucius' summary of the various stages of his life. Confucius's highest political ideal is to establish a "world for the public" of the great harmony of the society, the people of the world, not only to their own family, not only to their own father shopping mother children for love, but to love each other, love all people in the world.</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244600" y="378512"/>
            <a:ext cx="5848350" cy="535200"/>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a:t>T</a:t>
            </a:r>
            <a:r>
              <a:rPr lang="zh-CN" altLang="en-US"/>
              <a:t>he doctrine of Confucius and Mencius</a:t>
            </a:r>
            <a:endParaRPr lang="zh-CN" altLang="en-US"/>
          </a:p>
        </p:txBody>
      </p:sp>
      <p:cxnSp>
        <p:nvCxnSpPr>
          <p:cNvPr id="10" name="直接连接符 9"/>
          <p:cNvCxnSpPr/>
          <p:nvPr/>
        </p:nvCxnSpPr>
        <p:spPr>
          <a:xfrm>
            <a:off x="3391140" y="44492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593025" y="4286671"/>
            <a:ext cx="10100374" cy="450850"/>
          </a:xfrm>
          <a:prstGeom prst="rect">
            <a:avLst/>
          </a:prstGeom>
        </p:spPr>
        <p:txBody>
          <a:bodyPr wrap="square">
            <a:spAutoFit/>
          </a:bodyPr>
          <a:lstStyle/>
          <a:p>
            <a:pPr algn="just">
              <a:lnSpc>
                <a:spcPct val="130000"/>
              </a:lnSpc>
            </a:pPr>
            <a:r>
              <a:rPr lang="zh-CN" altLang="en-US" dirty="0">
                <a:latin typeface="+mn-ea"/>
              </a:rPr>
              <a:t> </a:t>
            </a:r>
            <a:endParaRPr lang="en-US" altLang="zh-CN" dirty="0">
              <a:latin typeface="+mn-ea"/>
            </a:endParaRPr>
          </a:p>
        </p:txBody>
      </p:sp>
      <p:sp>
        <p:nvSpPr>
          <p:cNvPr id="27" name="矩形 26"/>
          <p:cNvSpPr/>
          <p:nvPr/>
        </p:nvSpPr>
        <p:spPr>
          <a:xfrm>
            <a:off x="695325"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8" name="矩形 27"/>
          <p:cNvSpPr/>
          <p:nvPr/>
        </p:nvSpPr>
        <p:spPr>
          <a:xfrm>
            <a:off x="876958"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29" name="直接连接符 28"/>
          <p:cNvCxnSpPr/>
          <p:nvPr/>
        </p:nvCxnSpPr>
        <p:spPr>
          <a:xfrm>
            <a:off x="5722678" y="44492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789035" y="6297930"/>
            <a:ext cx="2273300" cy="368300"/>
          </a:xfrm>
          <a:prstGeom prst="rect">
            <a:avLst/>
          </a:prstGeom>
          <a:solidFill>
            <a:schemeClr val="accent2"/>
          </a:solidFill>
        </p:spPr>
        <p:txBody>
          <a:bodyPr wrap="square" rtlCol="0">
            <a:spAutoFit/>
          </a:bodyPr>
          <a:p>
            <a:r>
              <a:rPr lang="zh-CN" altLang="en-US"/>
              <a:t>厚积薄发，开物成务</a:t>
            </a:r>
            <a:endParaRPr lang="zh-CN" altLang="en-US"/>
          </a:p>
        </p:txBody>
      </p:sp>
      <p:sp>
        <p:nvSpPr>
          <p:cNvPr id="20" name="文本框 19"/>
          <p:cNvSpPr txBox="1"/>
          <p:nvPr/>
        </p:nvSpPr>
        <p:spPr>
          <a:xfrm>
            <a:off x="1158240" y="1000760"/>
            <a:ext cx="10024110" cy="4878705"/>
          </a:xfrm>
          <a:prstGeom prst="rect">
            <a:avLst/>
          </a:prstGeom>
          <a:noFill/>
        </p:spPr>
        <p:txBody>
          <a:bodyPr wrap="square" rtlCol="0">
            <a:noAutofit/>
          </a:bodyPr>
          <a:p>
            <a:r>
              <a:rPr lang="zh-CN" altLang="en-US" sz="2000"/>
              <a:t>Confucius advocated "education without class", broke the monopoly of education, created private schools, and advocated benevolence, justice and propriety. Wisdom and faith. In terms of teaching methods, Confucius advocated "teaching students according to their aptitude", proposed "do not anger, do not unfold, do not unfold", and advocated heuristic teaching, which is taught by teachers when students have seriously thought and reached a certain level</a:t>
            </a:r>
            <a:endParaRPr lang="zh-CN" altLang="en-US" sz="2000"/>
          </a:p>
          <a:p>
            <a:r>
              <a:rPr lang="zh-CN" altLang="en-US" sz="2000"/>
              <a:t>Enlighten and enlighten profitably</a:t>
            </a:r>
            <a:r>
              <a:rPr lang="en-US" altLang="zh-CN" sz="2000"/>
              <a:t>.</a:t>
            </a:r>
            <a:endParaRPr lang="en-US" altLang="zh-CN" sz="2000"/>
          </a:p>
          <a:p>
            <a:endParaRPr lang="en-US" altLang="zh-CN" sz="2000"/>
          </a:p>
          <a:p>
            <a:r>
              <a:rPr lang="en-US" altLang="zh-CN" sz="2000"/>
              <a:t>Confucius had as many as 3,000 disciples, among which the famous "seventy-two wise men". Many of the seventy-two became senior officials of various countries and continued the glory of the Confucian school. After the death of Confucius, his disciples and subsequent disciples recorded the sayings and thoughts of Confucius and his disciples and compiled them into the Analects of Confucius. The Analects of Confucius, the University, the Doctrine of the Mean and Mencius are known as the "Four Books". They are mainly in the form of quotations and dialogues. The language is concise and concise with profound meaning, which embodies Confucius' political views,</a:t>
            </a:r>
            <a:endParaRPr lang="en-US" altLang="zh-CN" sz="2000"/>
          </a:p>
          <a:p>
            <a:r>
              <a:rPr lang="en-US" altLang="zh-CN" sz="2000"/>
              <a:t>Ethical thoughts, moral concepts and educational principles are regarded as Confucian classics.</a:t>
            </a:r>
            <a:endParaRPr lang="en-US" altLang="zh-CN" sz="2000"/>
          </a:p>
        </p:txBody>
      </p:sp>
      <p:pic>
        <p:nvPicPr>
          <p:cNvPr id="1028"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8401259" y="386383"/>
            <a:ext cx="3672408" cy="540060"/>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p:cNvPicPr>
            <a:picLocks noChangeAspect="1"/>
          </p:cNvPicPr>
          <p:nvPr>
            <p:custDataLst>
              <p:tags r:id="rId3"/>
            </p:custDataLst>
          </p:nvPr>
        </p:nvPicPr>
        <p:blipFill>
          <a:blip r:embed="rId4">
            <a:alphaModFix amt="23000"/>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308860" y="1000760"/>
            <a:ext cx="7723505" cy="57956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244531" y="366845"/>
            <a:ext cx="1044000" cy="558800"/>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10" name="直接连接符 9"/>
          <p:cNvCxnSpPr/>
          <p:nvPr/>
        </p:nvCxnSpPr>
        <p:spPr>
          <a:xfrm>
            <a:off x="3391140" y="44492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593025" y="4286671"/>
            <a:ext cx="10100374" cy="450850"/>
          </a:xfrm>
          <a:prstGeom prst="rect">
            <a:avLst/>
          </a:prstGeom>
        </p:spPr>
        <p:txBody>
          <a:bodyPr wrap="square">
            <a:spAutoFit/>
          </a:bodyPr>
          <a:lstStyle/>
          <a:p>
            <a:pPr algn="just">
              <a:lnSpc>
                <a:spcPct val="130000"/>
              </a:lnSpc>
            </a:pPr>
            <a:r>
              <a:rPr lang="zh-CN" altLang="en-US" dirty="0">
                <a:latin typeface="+mn-ea"/>
              </a:rPr>
              <a:t> </a:t>
            </a:r>
            <a:endParaRPr lang="en-US" altLang="zh-CN" dirty="0">
              <a:latin typeface="+mn-ea"/>
            </a:endParaRPr>
          </a:p>
        </p:txBody>
      </p:sp>
      <p:sp>
        <p:nvSpPr>
          <p:cNvPr id="27" name="矩形 26"/>
          <p:cNvSpPr/>
          <p:nvPr/>
        </p:nvSpPr>
        <p:spPr>
          <a:xfrm>
            <a:off x="695325" y="1365094"/>
            <a:ext cx="136071" cy="4616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8" name="矩形 27"/>
          <p:cNvSpPr/>
          <p:nvPr/>
        </p:nvSpPr>
        <p:spPr>
          <a:xfrm>
            <a:off x="876958" y="1451926"/>
            <a:ext cx="136071" cy="28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29" name="直接连接符 28"/>
          <p:cNvCxnSpPr/>
          <p:nvPr/>
        </p:nvCxnSpPr>
        <p:spPr>
          <a:xfrm>
            <a:off x="5722678" y="447460"/>
            <a:ext cx="0" cy="40011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789035" y="6297930"/>
            <a:ext cx="2273300" cy="368300"/>
          </a:xfrm>
          <a:prstGeom prst="rect">
            <a:avLst/>
          </a:prstGeom>
          <a:solidFill>
            <a:schemeClr val="accent2"/>
          </a:solidFill>
        </p:spPr>
        <p:txBody>
          <a:bodyPr wrap="square" rtlCol="0">
            <a:spAutoFit/>
          </a:bodyPr>
          <a:p>
            <a:r>
              <a:rPr lang="zh-CN" altLang="en-US"/>
              <a:t>厚积薄发，开物成务</a:t>
            </a:r>
            <a:endParaRPr lang="zh-CN" altLang="en-US"/>
          </a:p>
        </p:txBody>
      </p:sp>
      <p:pic>
        <p:nvPicPr>
          <p:cNvPr id="1028"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8463489" y="386383"/>
            <a:ext cx="3672408" cy="5400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表格 2"/>
          <p:cNvGraphicFramePr>
            <a:graphicFrameLocks noGrp="1"/>
          </p:cNvGraphicFramePr>
          <p:nvPr>
            <p:custDataLst>
              <p:tags r:id="rId3"/>
            </p:custDataLst>
          </p:nvPr>
        </p:nvGraphicFramePr>
        <p:xfrm>
          <a:off x="876935" y="2175510"/>
          <a:ext cx="10333990" cy="3912235"/>
        </p:xfrm>
        <a:graphic>
          <a:graphicData uri="http://schemas.openxmlformats.org/drawingml/2006/table">
            <a:tbl>
              <a:tblPr firstRow="1" bandRow="1">
                <a:tableStyleId>{3B4B98B0-60AC-42C2-AFA5-B58CD77FA1E5}</a:tableStyleId>
              </a:tblPr>
              <a:tblGrid>
                <a:gridCol w="1527810"/>
                <a:gridCol w="4419600"/>
                <a:gridCol w="4386580"/>
              </a:tblGrid>
              <a:tr h="624205">
                <a:tc>
                  <a:txBody>
                    <a:bodyPr>
                      <a:spAutoFit/>
                    </a:bodyPr>
                    <a:p>
                      <a:pPr algn="ctr">
                        <a:lnSpc>
                          <a:spcPct val="130000"/>
                        </a:lnSpc>
                      </a:pPr>
                      <a:r>
                        <a:rPr lang="zh-CN" altLang="en-US" sz="2200" dirty="0">
                          <a:solidFill>
                            <a:schemeClr val="accent1"/>
                          </a:solidFill>
                          <a:latin typeface="+mn-ea"/>
                          <a:ea typeface="+mn-ea"/>
                        </a:rPr>
                        <a:t>方法</a:t>
                      </a:r>
                      <a:endParaRPr lang="zh-CN" altLang="en-US" sz="2200" dirty="0">
                        <a:solidFill>
                          <a:schemeClr val="accent1"/>
                        </a:solidFill>
                        <a:latin typeface="+mn-ea"/>
                        <a:ea typeface="+mn-ea"/>
                      </a:endParaRPr>
                    </a:p>
                  </a:txBody>
                  <a:tcPr/>
                </a:tc>
                <a:tc>
                  <a:txBody>
                    <a:bodyPr>
                      <a:spAutoFit/>
                    </a:bodyPr>
                    <a:p>
                      <a:pPr algn="ctr">
                        <a:lnSpc>
                          <a:spcPct val="130000"/>
                        </a:lnSpc>
                      </a:pPr>
                      <a:r>
                        <a:rPr lang="en-US" altLang="zh-CN" sz="2200" dirty="0">
                          <a:solidFill>
                            <a:schemeClr val="accent1"/>
                          </a:solidFill>
                          <a:latin typeface="+mn-ea"/>
                          <a:ea typeface="+mn-ea"/>
                        </a:rPr>
                        <a:t>Gentleman</a:t>
                      </a:r>
                      <a:endParaRPr lang="en-US" altLang="zh-CN" sz="2200" dirty="0">
                        <a:solidFill>
                          <a:schemeClr val="accent1"/>
                        </a:solidFill>
                        <a:latin typeface="+mn-ea"/>
                        <a:ea typeface="+mn-ea"/>
                      </a:endParaRPr>
                    </a:p>
                  </a:txBody>
                  <a:tcPr/>
                </a:tc>
                <a:tc>
                  <a:txBody>
                    <a:bodyPr>
                      <a:spAutoFit/>
                    </a:bodyPr>
                    <a:p>
                      <a:pPr algn="ctr">
                        <a:lnSpc>
                          <a:spcPct val="130000"/>
                        </a:lnSpc>
                      </a:pPr>
                      <a:r>
                        <a:rPr lang="en-US" altLang="zh-CN" sz="2200" dirty="0">
                          <a:solidFill>
                            <a:schemeClr val="accent1"/>
                          </a:solidFill>
                          <a:latin typeface="+mn-ea"/>
                          <a:ea typeface="+mn-ea"/>
                        </a:rPr>
                        <a:t>M</a:t>
                      </a:r>
                      <a:r>
                        <a:rPr lang="zh-CN" altLang="en-US" sz="2200" dirty="0">
                          <a:solidFill>
                            <a:schemeClr val="accent1"/>
                          </a:solidFill>
                          <a:latin typeface="+mn-ea"/>
                          <a:ea typeface="+mn-ea"/>
                        </a:rPr>
                        <a:t>onarch-subject relationship</a:t>
                      </a:r>
                      <a:endParaRPr lang="zh-CN" altLang="en-US" sz="2200" dirty="0">
                        <a:solidFill>
                          <a:schemeClr val="accent1"/>
                        </a:solidFill>
                        <a:latin typeface="+mn-ea"/>
                        <a:ea typeface="+mn-ea"/>
                      </a:endParaRPr>
                    </a:p>
                  </a:txBody>
                  <a:tcPr/>
                </a:tc>
              </a:tr>
              <a:tr h="1111250">
                <a:tc>
                  <a:txBody>
                    <a:bodyPr>
                      <a:spAutoFit/>
                    </a:bodyPr>
                    <a:p>
                      <a:pPr algn="ctr">
                        <a:lnSpc>
                          <a:spcPct val="130000"/>
                        </a:lnSpc>
                      </a:pPr>
                      <a:r>
                        <a:rPr lang="zh-CN" altLang="en-US" sz="2000" dirty="0">
                          <a:latin typeface="+mn-ea"/>
                          <a:ea typeface="+mn-ea"/>
                        </a:rPr>
                        <a:t>孔子</a:t>
                      </a:r>
                      <a:endParaRPr lang="zh-CN" altLang="en-US" sz="2000" dirty="0">
                        <a:latin typeface="+mn-ea"/>
                        <a:ea typeface="+mn-ea"/>
                      </a:endParaRPr>
                    </a:p>
                  </a:txBody>
                  <a:tcPr anchor="ctr">
                    <a:solidFill>
                      <a:schemeClr val="accent1">
                        <a:lumMod val="60000"/>
                        <a:lumOff val="40000"/>
                        <a:alpha val="20000"/>
                      </a:schemeClr>
                    </a:solidFill>
                  </a:tcPr>
                </a:tc>
                <a:tc>
                  <a:txBody>
                    <a:bodyPr>
                      <a:spAutoFit/>
                    </a:bodyPr>
                    <a:p>
                      <a:pPr algn="ctr">
                        <a:lnSpc>
                          <a:spcPct val="130000"/>
                        </a:lnSpc>
                      </a:pPr>
                      <a:r>
                        <a:rPr lang="en-US" altLang="zh-CN" sz="2000" dirty="0">
                          <a:latin typeface="+mn-ea"/>
                          <a:ea typeface="+mn-ea"/>
                        </a:rPr>
                        <a:t>Confucius believed that a gentleman should have respect</a:t>
                      </a:r>
                      <a:endParaRPr lang="en-US" altLang="zh-CN" sz="2000" dirty="0">
                        <a:latin typeface="+mn-ea"/>
                        <a:ea typeface="+mn-ea"/>
                      </a:endParaRPr>
                    </a:p>
                    <a:p>
                      <a:pPr algn="ctr">
                        <a:lnSpc>
                          <a:spcPct val="130000"/>
                        </a:lnSpc>
                      </a:pPr>
                      <a:r>
                        <a:rPr lang="en-US" altLang="zh-CN" sz="2000" dirty="0">
                          <a:latin typeface="+mn-ea"/>
                          <a:ea typeface="+mn-ea"/>
                        </a:rPr>
                        <a:t>fear</a:t>
                      </a:r>
                      <a:endParaRPr lang="en-US" altLang="zh-CN" sz="2000" dirty="0">
                        <a:latin typeface="+mn-ea"/>
                        <a:ea typeface="+mn-ea"/>
                      </a:endParaRPr>
                    </a:p>
                  </a:txBody>
                  <a:tcPr anchor="ctr">
                    <a:solidFill>
                      <a:schemeClr val="accent1">
                        <a:lumMod val="60000"/>
                        <a:lumOff val="40000"/>
                        <a:alpha val="20000"/>
                      </a:schemeClr>
                    </a:solidFill>
                  </a:tcPr>
                </a:tc>
                <a:tc>
                  <a:txBody>
                    <a:bodyPr>
                      <a:spAutoFit/>
                    </a:bodyPr>
                    <a:p>
                      <a:pPr algn="ctr">
                        <a:lnSpc>
                          <a:spcPct val="130000"/>
                        </a:lnSpc>
                      </a:pPr>
                      <a:r>
                        <a:rPr lang="en-US" altLang="zh-CN" sz="2000" dirty="0">
                          <a:latin typeface="+mn-ea"/>
                          <a:ea typeface="+mn-ea"/>
                        </a:rPr>
                        <a:t>Mencius believed that a gentleman should be a great man</a:t>
                      </a:r>
                      <a:endParaRPr lang="en-US" altLang="zh-CN" sz="2000" dirty="0">
                        <a:latin typeface="+mn-ea"/>
                        <a:ea typeface="+mn-ea"/>
                      </a:endParaRPr>
                    </a:p>
                  </a:txBody>
                  <a:tcPr anchor="ctr">
                    <a:solidFill>
                      <a:schemeClr val="accent1">
                        <a:lumMod val="60000"/>
                        <a:lumOff val="40000"/>
                        <a:alpha val="20000"/>
                      </a:schemeClr>
                    </a:solidFill>
                  </a:tcPr>
                </a:tc>
              </a:tr>
              <a:tr h="1089025">
                <a:tc>
                  <a:txBody>
                    <a:bodyPr>
                      <a:spAutoFit/>
                    </a:bodyPr>
                    <a:p>
                      <a:pPr algn="ctr">
                        <a:lnSpc>
                          <a:spcPct val="130000"/>
                        </a:lnSpc>
                      </a:pPr>
                      <a:r>
                        <a:rPr lang="zh-CN" altLang="en-US" sz="2000" dirty="0">
                          <a:latin typeface="+mn-ea"/>
                          <a:ea typeface="+mn-ea"/>
                        </a:rPr>
                        <a:t>孟子</a:t>
                      </a:r>
                      <a:endParaRPr lang="zh-CN" altLang="en-US" sz="2000" dirty="0">
                        <a:latin typeface="+mn-ea"/>
                        <a:ea typeface="+mn-ea"/>
                      </a:endParaRPr>
                    </a:p>
                  </a:txBody>
                  <a:tcPr anchor="ctr"/>
                </a:tc>
                <a:tc>
                  <a:txBody>
                    <a:bodyPr>
                      <a:spAutoFit/>
                    </a:bodyPr>
                    <a:p>
                      <a:pPr algn="ctr">
                        <a:lnSpc>
                          <a:spcPct val="130000"/>
                        </a:lnSpc>
                      </a:pPr>
                      <a:r>
                        <a:rPr lang="zh-CN" altLang="en-US" sz="2000" dirty="0">
                          <a:latin typeface="+mn-ea"/>
                          <a:ea typeface="+mn-ea"/>
                        </a:rPr>
                        <a:t>Confucius believed that the relationship between Kings and subjects</a:t>
                      </a:r>
                      <a:endParaRPr lang="zh-CN" altLang="en-US" sz="2000" dirty="0">
                        <a:latin typeface="+mn-ea"/>
                        <a:ea typeface="+mn-ea"/>
                      </a:endParaRPr>
                    </a:p>
                    <a:p>
                      <a:pPr algn="ctr">
                        <a:lnSpc>
                          <a:spcPct val="130000"/>
                        </a:lnSpc>
                      </a:pPr>
                      <a:r>
                        <a:rPr lang="zh-CN" altLang="en-US" sz="2000" dirty="0">
                          <a:latin typeface="+mn-ea"/>
                          <a:ea typeface="+mn-ea"/>
                        </a:rPr>
                        <a:t>It's a class</a:t>
                      </a:r>
                      <a:endParaRPr lang="zh-CN" altLang="en-US" sz="2000" dirty="0">
                        <a:latin typeface="+mn-ea"/>
                        <a:ea typeface="+mn-ea"/>
                      </a:endParaRPr>
                    </a:p>
                  </a:txBody>
                  <a:tcPr anchor="ctr"/>
                </a:tc>
                <a:tc>
                  <a:txBody>
                    <a:bodyPr>
                      <a:spAutoFit/>
                    </a:bodyPr>
                    <a:p>
                      <a:pPr algn="ctr">
                        <a:lnSpc>
                          <a:spcPct val="130000"/>
                        </a:lnSpc>
                      </a:pPr>
                      <a:r>
                        <a:rPr lang="zh-CN" altLang="en-US" sz="2000" dirty="0">
                          <a:latin typeface="+mn-ea"/>
                          <a:ea typeface="+mn-ea"/>
                        </a:rPr>
                        <a:t>The people are more important than the king, and the government depends on the people</a:t>
                      </a:r>
                      <a:endParaRPr lang="zh-CN" altLang="en-US" sz="2000" dirty="0">
                        <a:latin typeface="+mn-ea"/>
                        <a:ea typeface="+mn-ea"/>
                      </a:endParaRPr>
                    </a:p>
                  </a:txBody>
                  <a:tcPr anchor="ctr"/>
                </a:tc>
              </a:tr>
              <a:tr h="1087755">
                <a:tc>
                  <a:txBody>
                    <a:bodyPr>
                      <a:spAutoFit/>
                    </a:bodyPr>
                    <a:p>
                      <a:pPr algn="ctr">
                        <a:lnSpc>
                          <a:spcPct val="130000"/>
                        </a:lnSpc>
                      </a:pPr>
                      <a:endParaRPr lang="zh-CN" altLang="en-US" sz="2000" dirty="0">
                        <a:latin typeface="+mn-ea"/>
                        <a:ea typeface="+mn-ea"/>
                      </a:endParaRPr>
                    </a:p>
                  </a:txBody>
                  <a:tcPr anchor="ctr">
                    <a:solidFill>
                      <a:schemeClr val="accent1">
                        <a:lumMod val="60000"/>
                        <a:lumOff val="40000"/>
                        <a:alpha val="20000"/>
                      </a:schemeClr>
                    </a:solidFill>
                  </a:tcPr>
                </a:tc>
                <a:tc>
                  <a:txBody>
                    <a:bodyPr>
                      <a:spAutoFit/>
                    </a:bodyPr>
                    <a:p>
                      <a:pPr algn="ctr">
                        <a:lnSpc>
                          <a:spcPct val="130000"/>
                        </a:lnSpc>
                      </a:pPr>
                      <a:endParaRPr lang="en-US" altLang="zh-CN" sz="2000" dirty="0">
                        <a:latin typeface="+mn-ea"/>
                        <a:ea typeface="+mn-ea"/>
                      </a:endParaRPr>
                    </a:p>
                  </a:txBody>
                  <a:tcPr anchor="ctr">
                    <a:solidFill>
                      <a:schemeClr val="accent1">
                        <a:lumMod val="60000"/>
                        <a:lumOff val="40000"/>
                        <a:alpha val="20000"/>
                      </a:schemeClr>
                    </a:solidFill>
                  </a:tcPr>
                </a:tc>
                <a:tc>
                  <a:txBody>
                    <a:bodyPr>
                      <a:spAutoFit/>
                    </a:bodyPr>
                    <a:p>
                      <a:pPr algn="ctr">
                        <a:lnSpc>
                          <a:spcPct val="130000"/>
                        </a:lnSpc>
                      </a:pPr>
                      <a:endParaRPr lang="zh-CN" altLang="en-US" sz="2000" dirty="0">
                        <a:latin typeface="+mn-ea"/>
                        <a:ea typeface="+mn-ea"/>
                      </a:endParaRPr>
                    </a:p>
                  </a:txBody>
                  <a:tcPr anchor="ctr">
                    <a:solidFill>
                      <a:schemeClr val="accent1">
                        <a:lumMod val="60000"/>
                        <a:lumOff val="40000"/>
                        <a:alpha val="20000"/>
                      </a:schemeClr>
                    </a:solidFill>
                  </a:tcPr>
                </a:tc>
              </a:tr>
            </a:tbl>
          </a:graphicData>
        </a:graphic>
      </p:graphicFrame>
      <p:sp>
        <p:nvSpPr>
          <p:cNvPr id="7" name="文本框 6"/>
          <p:cNvSpPr txBox="1"/>
          <p:nvPr/>
        </p:nvSpPr>
        <p:spPr>
          <a:xfrm>
            <a:off x="1141095" y="1119505"/>
            <a:ext cx="10443210" cy="466725"/>
          </a:xfrm>
          <a:prstGeom prst="rect">
            <a:avLst/>
          </a:prstGeom>
          <a:noFill/>
        </p:spPr>
        <p:txBody>
          <a:bodyPr wrap="square" rtlCol="0">
            <a:noAutofit/>
          </a:bodyPr>
          <a:p>
            <a:r>
              <a:rPr lang="zh-CN" altLang="en-US" sz="1600">
                <a:solidFill>
                  <a:srgbClr val="FF0000"/>
                </a:solidFill>
                <a:latin typeface="华文新魏" panose="02010800040101010101" charset="-122"/>
                <a:ea typeface="华文新魏" panose="02010800040101010101" charset="-122"/>
              </a:rPr>
              <a:t>Both Confucius and Mencius are representatives of the Confucian school, but there are some differences in their ideas.</a:t>
            </a:r>
            <a:endParaRPr lang="zh-CN" altLang="en-US" sz="1600">
              <a:solidFill>
                <a:srgbClr val="FF0000"/>
              </a:solidFill>
              <a:latin typeface="华文新魏" panose="02010800040101010101" charset="-122"/>
              <a:ea typeface="华文新魏" panose="02010800040101010101" charset="-122"/>
            </a:endParaRPr>
          </a:p>
        </p:txBody>
      </p:sp>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237699" y="386383"/>
            <a:ext cx="3672408" cy="5400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PA" val="v4.2.4"/>
</p:tagLst>
</file>

<file path=ppt/tags/tag2.xml><?xml version="1.0" encoding="utf-8"?>
<p:tagLst xmlns:p="http://schemas.openxmlformats.org/presentationml/2006/main">
  <p:tag name="PA" val="v4.2.4"/>
</p:tagLst>
</file>

<file path=ppt/tags/tag3.xml><?xml version="1.0" encoding="utf-8"?>
<p:tagLst xmlns:p="http://schemas.openxmlformats.org/presentationml/2006/main">
  <p:tag name="PA" val="v4.2.4"/>
</p:tagLst>
</file>

<file path=ppt/tags/tag4.xml><?xml version="1.0" encoding="utf-8"?>
<p:tagLst xmlns:p="http://schemas.openxmlformats.org/presentationml/2006/main">
  <p:tag name="PA" val="v4.2.4"/>
</p:tagLst>
</file>

<file path=ppt/tags/tag5.xml><?xml version="1.0" encoding="utf-8"?>
<p:tagLst xmlns:p="http://schemas.openxmlformats.org/presentationml/2006/main">
  <p:tag name="PA" val="v4.2.4"/>
</p:tagLst>
</file>

<file path=ppt/tags/tag6.xml><?xml version="1.0" encoding="utf-8"?>
<p:tagLst xmlns:p="http://schemas.openxmlformats.org/presentationml/2006/main">
  <p:tag name="PA" val="v4.2.4"/>
</p:tagLst>
</file>

<file path=ppt/tags/tag7.xml><?xml version="1.0" encoding="utf-8"?>
<p:tagLst xmlns:p="http://schemas.openxmlformats.org/presentationml/2006/main">
  <p:tag name="PA" val="v4.2.4"/>
</p:tagLst>
</file>

<file path=ppt/tags/tag8.xml><?xml version="1.0" encoding="utf-8"?>
<p:tagLst xmlns:p="http://schemas.openxmlformats.org/presentationml/2006/main">
  <p:tag name="PA" val="v4.2.4"/>
</p:tagLst>
</file>

<file path=ppt/tags/tag9.xml><?xml version="1.0" encoding="utf-8"?>
<p:tagLst xmlns:p="http://schemas.openxmlformats.org/presentationml/2006/main">
  <p:tag name="PA" val="v4.2.4"/>
</p:tagLst>
</file>

<file path=ppt/tags/tag10.xml><?xml version="1.0" encoding="utf-8"?>
<p:tagLst xmlns:p="http://schemas.openxmlformats.org/presentationml/2006/main">
  <p:tag name="PA" val="v4.2.4"/>
</p:tagLst>
</file>

<file path=ppt/tags/tag11.xml><?xml version="1.0" encoding="utf-8"?>
<p:tagLst xmlns:p="http://schemas.openxmlformats.org/presentationml/2006/main">
  <p:tag name="PA" val="v4.2.4"/>
</p:tagLst>
</file>

<file path=ppt/tags/tag12.xml><?xml version="1.0" encoding="utf-8"?>
<p:tagLst xmlns:p="http://schemas.openxmlformats.org/presentationml/2006/main">
  <p:tag name="PA" val="v4.2.4"/>
</p:tagLst>
</file>

<file path=ppt/tags/tag13.xml><?xml version="1.0" encoding="utf-8"?>
<p:tagLst xmlns:p="http://schemas.openxmlformats.org/presentationml/2006/main">
  <p:tag name="PA" val="v4.2.4"/>
</p:tagLst>
</file>

<file path=ppt/tags/tag14.xml><?xml version="1.0" encoding="utf-8"?>
<p:tagLst xmlns:p="http://schemas.openxmlformats.org/presentationml/2006/main">
  <p:tag name="PA" val="v4.2.4"/>
</p:tagLst>
</file>

<file path=ppt/tags/tag15.xml><?xml version="1.0" encoding="utf-8"?>
<p:tagLst xmlns:p="http://schemas.openxmlformats.org/presentationml/2006/main">
  <p:tag name="PA" val="v4.2.4"/>
</p:tagLst>
</file>

<file path=ppt/tags/tag16.xml><?xml version="1.0" encoding="utf-8"?>
<p:tagLst xmlns:p="http://schemas.openxmlformats.org/presentationml/2006/main">
  <p:tag name="PA" val="v4.2.4"/>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PA" val="v4.2.4"/>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UNIT_TABLE_BEAUTIFY" val="smartTable{766d9b9f-3392-4341-ad3f-f5133cb26737}"/>
  <p:tag name="KSO_WM_BEAUTIFY_FLAG" val=""/>
  <p:tag name="TABLE_ENDDRAG_ORIGIN_RECT" val="813*317"/>
  <p:tag name="TABLE_ENDDRAG_RECT" val="69*171*813*317"/>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KSO_WPP_MARK_KEY" val="ee20374e-f965-4e47-8870-1ce309b6c4c6"/>
  <p:tag name="COMMONDATA" val="eyJoZGlkIjoiN2I1M2NiNzJmZDM4YjVhNjQwN2EyYmQ2ZWZlZmVjMDAifQ=="/>
  <p:tag name="commondata" val="eyJoZGlkIjoiYWYyMTE1MTcyMjY5YTQ4NWMzYjk2NTBkMTM0ZmRlNmUifQ=="/>
</p:tagLst>
</file>

<file path=ppt/theme/theme1.xml><?xml version="1.0" encoding="utf-8"?>
<a:theme xmlns:a="http://schemas.openxmlformats.org/drawingml/2006/main" name="毕业论文主题">
  <a:themeElements>
    <a:clrScheme name="红色">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微软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2686</Words>
  <Application>WPS 演示</Application>
  <PresentationFormat>宽屏</PresentationFormat>
  <Paragraphs>49</Paragraphs>
  <Slides>6</Slides>
  <Notes>24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vt:i4>
      </vt:variant>
    </vt:vector>
  </HeadingPairs>
  <TitlesOfParts>
    <vt:vector size="23" baseType="lpstr">
      <vt:lpstr>Arial</vt:lpstr>
      <vt:lpstr>宋体</vt:lpstr>
      <vt:lpstr>Wingdings</vt:lpstr>
      <vt:lpstr>微软雅黑</vt:lpstr>
      <vt:lpstr>Calibri</vt:lpstr>
      <vt:lpstr>微软雅黑 Light</vt:lpstr>
      <vt:lpstr>Segoe UI Light</vt:lpstr>
      <vt:lpstr>Tahoma</vt:lpstr>
      <vt:lpstr>黑体</vt:lpstr>
      <vt:lpstr>Arial Unicode MS</vt:lpstr>
      <vt:lpstr>华文新魏</vt:lpstr>
      <vt:lpstr>华文中宋</vt:lpstr>
      <vt:lpstr>华文仿宋</vt:lpstr>
      <vt:lpstr>华文彩云</vt:lpstr>
      <vt:lpstr>华文楷体</vt:lpstr>
      <vt:lpstr>华文琥珀</vt:lpstr>
      <vt:lpstr>毕业论文主题</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PPTS</dc:title>
  <dc:creator>PPTS</dc:creator>
  <cp:keywords>PPTS</cp:keywords>
  <dc:description>PPTS</dc:description>
  <dc:subject>PPTS</dc:subject>
  <cp:category>PPTS</cp:category>
  <cp:lastModifiedBy>WPS_1641551863</cp:lastModifiedBy>
  <cp:revision>794</cp:revision>
  <dcterms:created xsi:type="dcterms:W3CDTF">2016-04-18T02:22:00Z</dcterms:created>
  <dcterms:modified xsi:type="dcterms:W3CDTF">2024-03-11T16:52:06Z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2052-12.1.0.16399</vt:lpwstr>
  </property>
  <property fmtid="{D5CDD505-2E9C-101B-9397-08002B2CF9AE}" pid="3" name="ICV">
    <vt:lpwstr>B8EEF1DB3293474A88A87F644992783C_13</vt:lpwstr>
  </property>
</Properties>
</file>